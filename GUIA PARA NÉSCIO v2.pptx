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6" r:id="rId3"/>
    <p:sldId id="259" r:id="rId4"/>
    <p:sldId id="258" r:id="rId5"/>
    <p:sldId id="270" r:id="rId6"/>
    <p:sldId id="273" r:id="rId7"/>
    <p:sldId id="268" r:id="rId8"/>
    <p:sldId id="269" r:id="rId9"/>
    <p:sldId id="272" r:id="rId10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E1"/>
    <a:srgbClr val="D99694"/>
    <a:srgbClr val="C67070"/>
    <a:srgbClr val="FFFFFF"/>
    <a:srgbClr val="EB9323"/>
    <a:srgbClr val="F6DEDE"/>
    <a:srgbClr val="2D8957"/>
    <a:srgbClr val="FFF3D4"/>
    <a:srgbClr val="D0B268"/>
    <a:srgbClr val="E3E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3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5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375C3-5811-4941-A2BF-10BAB6056387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E652B-1C5E-4F2C-899A-7B6ADC0384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60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E652B-1C5E-4F2C-899A-7B6ADC0384B3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9458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cid:image003.jpg@01DB9CCD.D7E43E90" TargetMode="External"/><Relationship Id="rId7" Type="http://schemas.openxmlformats.org/officeDocument/2006/relationships/image" Target="cid:image006.jpg@01DB2513.EC35D980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g"/><Relationship Id="rId4" Type="http://schemas.openxmlformats.org/officeDocument/2006/relationships/image" Target="../media/image7.jpg"/><Relationship Id="rId9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cid:image003.jpg@01DC127A.931D3FF0" TargetMode="External"/><Relationship Id="rId7" Type="http://schemas.openxmlformats.org/officeDocument/2006/relationships/image" Target="cid:image004.jpg@01DBA2DE.9DF96BD0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11" Type="http://schemas.openxmlformats.org/officeDocument/2006/relationships/image" Target="cid:image008.jpg@01DB2513.EC35D980" TargetMode="External"/><Relationship Id="rId5" Type="http://schemas.openxmlformats.org/officeDocument/2006/relationships/image" Target="cid:image003.jpg@01DBA9FD.397EE880" TargetMode="External"/><Relationship Id="rId10" Type="http://schemas.openxmlformats.org/officeDocument/2006/relationships/image" Target="../media/image16.jpeg"/><Relationship Id="rId4" Type="http://schemas.openxmlformats.org/officeDocument/2006/relationships/image" Target="../media/image13.jpeg"/><Relationship Id="rId9" Type="http://schemas.openxmlformats.org/officeDocument/2006/relationships/image" Target="cid:image001.jpg@01DC127A.931D3FF0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F7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98348" y="502920"/>
            <a:ext cx="11201400" cy="1051560"/>
          </a:xfrm>
          <a:prstGeom prst="roundRect">
            <a:avLst/>
          </a:prstGeom>
          <a:solidFill>
            <a:srgbClr val="091B3F"/>
          </a:solidFill>
          <a:ln w="12700">
            <a:solidFill>
              <a:srgbClr val="09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653281"/>
            <a:ext cx="10698480" cy="42165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2500" b="1" dirty="0">
                <a:solidFill>
                  <a:srgbClr val="FFFFFF"/>
                </a:solidFill>
                <a:latin typeface="Arial"/>
              </a:rPr>
              <a:t>GUIA</a:t>
            </a:r>
            <a:r>
              <a:rPr sz="2500" b="1" dirty="0">
                <a:solidFill>
                  <a:srgbClr val="FFFFFF"/>
                </a:solidFill>
                <a:latin typeface="Arial"/>
              </a:rPr>
              <a:t> – REQUISITOS DE SUPERFÍCIE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66379"/>
            <a:ext cx="10698480" cy="24468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350" b="1" dirty="0" err="1">
                <a:solidFill>
                  <a:srgbClr val="FFBEBE"/>
                </a:solidFill>
                <a:latin typeface="Arial"/>
              </a:rPr>
              <a:t>Superfícies</a:t>
            </a:r>
            <a:r>
              <a:rPr sz="1350" b="1" dirty="0">
                <a:solidFill>
                  <a:srgbClr val="FFBEBE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BEBE"/>
                </a:solidFill>
                <a:latin typeface="Arial"/>
              </a:rPr>
              <a:t>Pintadas</a:t>
            </a:r>
            <a:endParaRPr sz="1350" b="1" dirty="0">
              <a:solidFill>
                <a:srgbClr val="FFBEBE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70148" y="2001622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2494012"/>
            <a:ext cx="475488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500" b="1" dirty="0">
                <a:solidFill>
                  <a:srgbClr val="091B3F"/>
                </a:solidFill>
                <a:latin typeface="Arial"/>
              </a:rPr>
              <a:t>REQUISITOS PARA SUPERFÍCIES PINTADAS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3010497"/>
            <a:ext cx="4754880" cy="4678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0" dirty="0" err="1">
                <a:solidFill>
                  <a:srgbClr val="2D3748"/>
                </a:solidFill>
                <a:latin typeface="Arial"/>
              </a:rPr>
              <a:t>Critérios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avaliação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 visual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aplicados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após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 a pintura,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incluindo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 classes,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condições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inspeção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5568" y="4617720"/>
            <a:ext cx="9966960" cy="914400"/>
          </a:xfrm>
          <a:prstGeom prst="roundRect">
            <a:avLst/>
          </a:prstGeom>
          <a:solidFill>
            <a:srgbClr val="E6F1FC"/>
          </a:solidFill>
          <a:ln w="12700">
            <a:solidFill>
              <a:srgbClr val="104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44168" y="4773168"/>
            <a:ext cx="950976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>
                <a:solidFill>
                  <a:srgbClr val="091B3F"/>
                </a:solidFill>
                <a:latin typeface="Arial"/>
              </a:rPr>
              <a:t>OBJETIVO DO MATERIAL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5076747"/>
            <a:ext cx="9509760" cy="252377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0" dirty="0" err="1">
                <a:solidFill>
                  <a:srgbClr val="2D3748"/>
                </a:solidFill>
                <a:latin typeface="Arial"/>
              </a:rPr>
              <a:t>Padronizar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 a</a:t>
            </a:r>
            <a:r>
              <a:rPr lang="pt-BR" sz="1400" b="0" dirty="0">
                <a:solidFill>
                  <a:srgbClr val="2D3748"/>
                </a:solidFill>
                <a:latin typeface="Arial"/>
              </a:rPr>
              <a:t>s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normas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 no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setor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facilitando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 a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identificação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 da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classe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avaliação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 do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defeito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tomada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2D3748"/>
                </a:solidFill>
                <a:latin typeface="Arial"/>
              </a:rPr>
              <a:t>decisão</a:t>
            </a:r>
            <a:r>
              <a:rPr sz="1400" b="0" dirty="0">
                <a:solidFill>
                  <a:srgbClr val="2D3748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" y="6428232"/>
            <a:ext cx="11868912" cy="256032"/>
          </a:xfrm>
          <a:prstGeom prst="roundRect">
            <a:avLst/>
          </a:prstGeom>
          <a:solidFill>
            <a:srgbClr val="091B3F"/>
          </a:solidFill>
          <a:ln w="12700">
            <a:solidFill>
              <a:srgbClr val="09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" y="6455664"/>
            <a:ext cx="11521440" cy="14630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QUALIDADE É CONFORMIDADE • CONSULTE SEMPRE O DESENHO TÉCNICO E A INSTRUÇÃO APLICÁVEL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14941249-1FD1-DFE6-909C-CA1BDB0E00A6}"/>
              </a:ext>
            </a:extLst>
          </p:cNvPr>
          <p:cNvGrpSpPr/>
          <p:nvPr/>
        </p:nvGrpSpPr>
        <p:grpSpPr>
          <a:xfrm>
            <a:off x="161544" y="109728"/>
            <a:ext cx="11868912" cy="6574536"/>
            <a:chOff x="164592" y="109728"/>
            <a:chExt cx="11868912" cy="6574536"/>
          </a:xfrm>
        </p:grpSpPr>
        <p:sp>
          <p:nvSpPr>
            <p:cNvPr id="2" name="Rounded Rectangle 1"/>
            <p:cNvSpPr/>
            <p:nvPr/>
          </p:nvSpPr>
          <p:spPr>
            <a:xfrm>
              <a:off x="164592" y="109728"/>
              <a:ext cx="11868912" cy="658368"/>
            </a:xfrm>
            <a:prstGeom prst="roundRect">
              <a:avLst/>
            </a:prstGeom>
            <a:solidFill>
              <a:srgbClr val="091B3F"/>
            </a:solidFill>
            <a:ln w="12700">
              <a:solidFill>
                <a:srgbClr val="091B3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320040" y="210312"/>
              <a:ext cx="475488" cy="457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20040" y="210312"/>
              <a:ext cx="475488" cy="457200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1300" b="1">
                  <a:solidFill>
                    <a:srgbClr val="091B3F"/>
                  </a:solidFill>
                  <a:latin typeface="Arial"/>
                </a:rPr>
                <a:t>ITS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201168"/>
              <a:ext cx="7406640" cy="301752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Arial"/>
                </a:rPr>
                <a:t>FLUXO INTEGRADO DE INSPEÇÃO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465274"/>
              <a:ext cx="7132320" cy="221599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l"/>
              <a:r>
                <a:rPr sz="1200" b="1" dirty="0">
                  <a:solidFill>
                    <a:srgbClr val="FFB4B4"/>
                  </a:solidFill>
                  <a:latin typeface="Arial"/>
                </a:rPr>
                <a:t>Como </a:t>
              </a:r>
              <a:r>
                <a:rPr sz="1200" b="1" dirty="0" err="1">
                  <a:solidFill>
                    <a:srgbClr val="FFB4B4"/>
                  </a:solidFill>
                  <a:latin typeface="Arial"/>
                </a:rPr>
                <a:t>decidir</a:t>
              </a:r>
              <a:r>
                <a:rPr sz="1200" b="1" dirty="0">
                  <a:solidFill>
                    <a:srgbClr val="FFB4B4"/>
                  </a:solidFill>
                  <a:latin typeface="Arial"/>
                </a:rPr>
                <a:t> </a:t>
              </a:r>
              <a:r>
                <a:rPr sz="1200" b="1" dirty="0" err="1">
                  <a:solidFill>
                    <a:srgbClr val="FFB4B4"/>
                  </a:solidFill>
                  <a:latin typeface="Arial"/>
                </a:rPr>
                <a:t>usando</a:t>
              </a:r>
              <a:r>
                <a:rPr sz="1200" b="1" dirty="0">
                  <a:solidFill>
                    <a:srgbClr val="FFB4B4"/>
                  </a:solidFill>
                  <a:latin typeface="Arial"/>
                </a:rPr>
                <a:t> as duas </a:t>
              </a:r>
              <a:r>
                <a:rPr sz="1200" b="1" dirty="0" err="1">
                  <a:solidFill>
                    <a:srgbClr val="FFB4B4"/>
                  </a:solidFill>
                  <a:latin typeface="Arial"/>
                </a:rPr>
                <a:t>normas</a:t>
              </a:r>
              <a:endParaRPr sz="1200" b="1" dirty="0">
                <a:solidFill>
                  <a:srgbClr val="FFB4B4"/>
                </a:solidFill>
                <a:latin typeface="Arial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20040" y="914400"/>
              <a:ext cx="11521440" cy="310896"/>
            </a:xfrm>
            <a:prstGeom prst="roundRect">
              <a:avLst/>
            </a:prstGeom>
            <a:solidFill>
              <a:srgbClr val="091B3F"/>
            </a:solidFill>
            <a:ln w="12700">
              <a:solidFill>
                <a:srgbClr val="091B3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74904" y="969264"/>
              <a:ext cx="201168" cy="2011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74904" y="978408"/>
              <a:ext cx="201168" cy="164592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850" b="1">
                  <a:solidFill>
                    <a:srgbClr val="091B3F"/>
                  </a:solidFill>
                  <a:latin typeface="Arial"/>
                </a:rPr>
                <a:t>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0936" y="969264"/>
              <a:ext cx="11155680" cy="182880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l"/>
              <a:r>
                <a:rPr sz="1050" b="1">
                  <a:solidFill>
                    <a:srgbClr val="FFFFFF"/>
                  </a:solidFill>
                  <a:latin typeface="Arial"/>
                </a:rPr>
                <a:t>PASSO A PASSO PARA O SETOR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165797" y="1513224"/>
              <a:ext cx="1920240" cy="20116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ED8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769301" y="1723536"/>
              <a:ext cx="694944" cy="694944"/>
            </a:xfrm>
            <a:prstGeom prst="roundRect">
              <a:avLst/>
            </a:prstGeom>
            <a:solidFill>
              <a:srgbClr val="104884"/>
            </a:solidFill>
            <a:ln w="12700">
              <a:solidFill>
                <a:srgbClr val="10488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69301" y="1737740"/>
              <a:ext cx="694944" cy="529376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3200" b="1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30389" y="2471380"/>
              <a:ext cx="1591056" cy="406265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1200" b="1" dirty="0">
                  <a:solidFill>
                    <a:srgbClr val="091B3F"/>
                  </a:solidFill>
                  <a:latin typeface="Arial"/>
                </a:rPr>
                <a:t>IDENTIFIQUE A ETAPA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330389" y="2858215"/>
              <a:ext cx="1591056" cy="652486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1000" b="0" dirty="0">
                  <a:solidFill>
                    <a:srgbClr val="2D3748"/>
                  </a:solidFill>
                  <a:latin typeface="Arial"/>
                </a:rPr>
                <a:t>Antes da pintura = </a:t>
              </a:r>
              <a:r>
                <a:rPr lang="pt-BR" sz="1000" b="0" dirty="0">
                  <a:solidFill>
                    <a:srgbClr val="2D3748"/>
                  </a:solidFill>
                  <a:latin typeface="Arial"/>
                </a:rPr>
                <a:t>ITS 176</a:t>
              </a:r>
              <a:r>
                <a:rPr sz="1000" b="0" dirty="0">
                  <a:solidFill>
                    <a:srgbClr val="2D3748"/>
                  </a:solidFill>
                  <a:latin typeface="Arial"/>
                </a:rPr>
                <a:t>
</a:t>
              </a:r>
              <a:r>
                <a:rPr sz="1000" b="0" dirty="0" err="1">
                  <a:solidFill>
                    <a:srgbClr val="2D3748"/>
                  </a:solidFill>
                  <a:latin typeface="Arial"/>
                </a:rPr>
                <a:t>Depois</a:t>
              </a:r>
              <a:r>
                <a:rPr sz="1000" b="0" dirty="0">
                  <a:solidFill>
                    <a:srgbClr val="2D3748"/>
                  </a:solidFill>
                  <a:latin typeface="Arial"/>
                </a:rPr>
                <a:t> da pintura = </a:t>
              </a:r>
              <a:r>
                <a:rPr lang="pt-BR" sz="1000" b="0" dirty="0">
                  <a:solidFill>
                    <a:srgbClr val="2D3748"/>
                  </a:solidFill>
                  <a:latin typeface="Arial"/>
                </a:rPr>
                <a:t>ITS 177</a:t>
              </a:r>
              <a:endParaRPr sz="1000" b="0" dirty="0">
                <a:solidFill>
                  <a:srgbClr val="2D3748"/>
                </a:solidFill>
                <a:latin typeface="Arial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15452" y="2297856"/>
              <a:ext cx="137160" cy="467820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5F6976"/>
                  </a:solidFill>
                  <a:latin typeface="Arial"/>
                </a:rPr>
                <a:t>→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931857" y="1513224"/>
              <a:ext cx="1920240" cy="20116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ED8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535361" y="1723536"/>
              <a:ext cx="694944" cy="694944"/>
            </a:xfrm>
            <a:prstGeom prst="roundRect">
              <a:avLst/>
            </a:prstGeom>
            <a:solidFill>
              <a:srgbClr val="EB9323"/>
            </a:solidFill>
            <a:ln w="12700">
              <a:solidFill>
                <a:srgbClr val="EB932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35361" y="1737740"/>
              <a:ext cx="694944" cy="529376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3200" b="1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96449" y="2471380"/>
              <a:ext cx="1591056" cy="406265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1200" b="1">
                  <a:solidFill>
                    <a:srgbClr val="091B3F"/>
                  </a:solidFill>
                  <a:latin typeface="Arial"/>
                </a:rPr>
                <a:t>CONFIRME A CLASSE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96449" y="2979609"/>
              <a:ext cx="1591056" cy="344710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1000" b="0" dirty="0" err="1">
                  <a:solidFill>
                    <a:srgbClr val="2D3748"/>
                  </a:solidFill>
                  <a:latin typeface="Arial"/>
                </a:rPr>
                <a:t>Verifique</a:t>
              </a:r>
              <a:r>
                <a:rPr sz="1000" b="0" dirty="0">
                  <a:solidFill>
                    <a:srgbClr val="2D3748"/>
                  </a:solidFill>
                  <a:latin typeface="Arial"/>
                </a:rPr>
                <a:t> n</a:t>
              </a:r>
              <a:r>
                <a:rPr lang="pt-BR" sz="1000" b="0" dirty="0">
                  <a:solidFill>
                    <a:srgbClr val="2D3748"/>
                  </a:solidFill>
                  <a:latin typeface="Arial"/>
                </a:rPr>
                <a:t>a ordem de produção </a:t>
              </a:r>
              <a:r>
                <a:rPr sz="1000" b="0" dirty="0">
                  <a:solidFill>
                    <a:srgbClr val="2D3748"/>
                  </a:solidFill>
                  <a:latin typeface="Arial"/>
                </a:rPr>
                <a:t>: 1, </a:t>
              </a:r>
              <a:r>
                <a:rPr lang="pt-BR" sz="1000" b="0" dirty="0">
                  <a:solidFill>
                    <a:srgbClr val="2D3748"/>
                  </a:solidFill>
                  <a:latin typeface="Arial"/>
                </a:rPr>
                <a:t>2</a:t>
              </a:r>
              <a:r>
                <a:rPr sz="1000" b="0" dirty="0">
                  <a:solidFill>
                    <a:srgbClr val="2D3748"/>
                  </a:solidFill>
                  <a:latin typeface="Arial"/>
                </a:rPr>
                <a:t>, 3 </a:t>
              </a:r>
              <a:r>
                <a:rPr sz="1000" b="0" dirty="0" err="1">
                  <a:solidFill>
                    <a:srgbClr val="2D3748"/>
                  </a:solidFill>
                  <a:latin typeface="Arial"/>
                </a:rPr>
                <a:t>ou</a:t>
              </a:r>
              <a:r>
                <a:rPr sz="1000" b="0" dirty="0">
                  <a:solidFill>
                    <a:srgbClr val="2D3748"/>
                  </a:solidFill>
                  <a:latin typeface="Arial"/>
                </a:rPr>
                <a:t> 4.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172137" y="2285154"/>
              <a:ext cx="137160" cy="467820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5F6976"/>
                  </a:solidFill>
                  <a:latin typeface="Arial"/>
                </a:rPr>
                <a:t>→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652486" y="1513224"/>
              <a:ext cx="1920240" cy="20116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ED8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8255990" y="1723536"/>
              <a:ext cx="694944" cy="694944"/>
            </a:xfrm>
            <a:prstGeom prst="roundRect">
              <a:avLst/>
            </a:prstGeom>
            <a:solidFill>
              <a:srgbClr val="CA2B2B"/>
            </a:solidFill>
            <a:ln w="12700">
              <a:solidFill>
                <a:srgbClr val="CA2B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255990" y="1737740"/>
              <a:ext cx="694944" cy="529376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lang="pt-BR" sz="3200" b="1" dirty="0">
                  <a:solidFill>
                    <a:srgbClr val="FFFFFF"/>
                  </a:solidFill>
                  <a:latin typeface="Arial"/>
                </a:rPr>
                <a:t>3</a:t>
              </a:r>
              <a:endParaRPr sz="3200" b="1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817078" y="2563713"/>
              <a:ext cx="1591056" cy="221599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1200" b="1">
                  <a:solidFill>
                    <a:srgbClr val="091B3F"/>
                  </a:solidFill>
                  <a:latin typeface="Arial"/>
                </a:rPr>
                <a:t>DECIDA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817078" y="2766094"/>
              <a:ext cx="1591056" cy="652486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1000" b="0" dirty="0" err="1">
                  <a:solidFill>
                    <a:srgbClr val="2D3748"/>
                  </a:solidFill>
                  <a:latin typeface="Arial"/>
                </a:rPr>
                <a:t>Liberar</a:t>
              </a:r>
              <a:r>
                <a:rPr sz="1000" b="0" dirty="0">
                  <a:solidFill>
                    <a:srgbClr val="2D3748"/>
                  </a:solidFill>
                  <a:latin typeface="Arial"/>
                </a:rPr>
                <a:t> • </a:t>
              </a:r>
              <a:r>
                <a:rPr sz="1000" b="0" dirty="0" err="1">
                  <a:solidFill>
                    <a:srgbClr val="2D3748"/>
                  </a:solidFill>
                  <a:latin typeface="Arial"/>
                </a:rPr>
                <a:t>Avaliar</a:t>
              </a:r>
              <a:r>
                <a:rPr sz="1000" b="0" dirty="0">
                  <a:solidFill>
                    <a:srgbClr val="2D3748"/>
                  </a:solidFill>
                  <a:latin typeface="Arial"/>
                </a:rPr>
                <a:t> • </a:t>
              </a:r>
              <a:r>
                <a:rPr sz="1000" b="0" dirty="0" err="1">
                  <a:solidFill>
                    <a:srgbClr val="2D3748"/>
                  </a:solidFill>
                  <a:latin typeface="Arial"/>
                </a:rPr>
                <a:t>Reprovar</a:t>
              </a:r>
              <a:r>
                <a:rPr sz="1000" b="0" dirty="0">
                  <a:solidFill>
                    <a:srgbClr val="2D3748"/>
                  </a:solidFill>
                  <a:latin typeface="Arial"/>
                </a:rPr>
                <a:t>
Na </a:t>
              </a:r>
              <a:r>
                <a:rPr sz="1000" b="0" dirty="0" err="1">
                  <a:solidFill>
                    <a:srgbClr val="2D3748"/>
                  </a:solidFill>
                  <a:latin typeface="Arial"/>
                </a:rPr>
                <a:t>dúvida</a:t>
              </a:r>
              <a:r>
                <a:rPr sz="1000" b="0" dirty="0">
                  <a:solidFill>
                    <a:srgbClr val="2D3748"/>
                  </a:solidFill>
                  <a:latin typeface="Arial"/>
                </a:rPr>
                <a:t>, </a:t>
              </a:r>
              <a:r>
                <a:rPr sz="1000" b="0" dirty="0" err="1">
                  <a:solidFill>
                    <a:srgbClr val="2D3748"/>
                  </a:solidFill>
                  <a:latin typeface="Arial"/>
                </a:rPr>
                <a:t>acionar</a:t>
              </a:r>
              <a:r>
                <a:rPr sz="1000" b="0" dirty="0">
                  <a:solidFill>
                    <a:srgbClr val="2D3748"/>
                  </a:solidFill>
                  <a:latin typeface="Arial"/>
                </a:rPr>
                <a:t> </a:t>
              </a:r>
              <a:r>
                <a:rPr sz="1000" b="0" dirty="0" err="1">
                  <a:solidFill>
                    <a:srgbClr val="2D3748"/>
                  </a:solidFill>
                  <a:latin typeface="Arial"/>
                </a:rPr>
                <a:t>Qualidade</a:t>
              </a:r>
              <a:r>
                <a:rPr sz="1000" b="0" dirty="0">
                  <a:solidFill>
                    <a:srgbClr val="2D3748"/>
                  </a:solidFill>
                  <a:latin typeface="Arial"/>
                </a:rPr>
                <a:t>.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340932" y="4320216"/>
              <a:ext cx="11521440" cy="310896"/>
            </a:xfrm>
            <a:prstGeom prst="roundRect">
              <a:avLst/>
            </a:prstGeom>
            <a:solidFill>
              <a:srgbClr val="091B3F"/>
            </a:solidFill>
            <a:ln w="12700">
              <a:solidFill>
                <a:srgbClr val="091B3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95796" y="4375080"/>
              <a:ext cx="201168" cy="2011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95796" y="4384225"/>
              <a:ext cx="201168" cy="164592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850" b="1">
                  <a:solidFill>
                    <a:srgbClr val="091B3F"/>
                  </a:solidFill>
                  <a:latin typeface="Arial"/>
                </a:rPr>
                <a:t>2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51828" y="4375080"/>
              <a:ext cx="11155680" cy="182880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l"/>
              <a:r>
                <a:rPr sz="1050" b="1">
                  <a:solidFill>
                    <a:srgbClr val="FFFFFF"/>
                  </a:solidFill>
                  <a:latin typeface="Arial"/>
                </a:rPr>
                <a:t>CRITÉRIOS QUE NÃO PODEM SER ESQUECIDOS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909765" y="4827165"/>
              <a:ext cx="2697480" cy="68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ED8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1982917" y="4955181"/>
              <a:ext cx="457200" cy="457200"/>
            </a:xfrm>
            <a:prstGeom prst="roundRect">
              <a:avLst/>
            </a:prstGeom>
            <a:solidFill>
              <a:srgbClr val="2D8957"/>
            </a:solidFill>
            <a:ln w="12700">
              <a:solidFill>
                <a:srgbClr val="2D8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982917" y="4980649"/>
              <a:ext cx="457200" cy="406265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Arial"/>
                </a:rPr>
                <a:t>#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513269" y="4925228"/>
              <a:ext cx="2020824" cy="206210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l"/>
              <a:r>
                <a:rPr sz="1100" b="1">
                  <a:solidFill>
                    <a:srgbClr val="2D3748"/>
                  </a:solidFill>
                  <a:latin typeface="Arial"/>
                </a:rPr>
                <a:t>Quantidade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513269" y="5121154"/>
              <a:ext cx="2020824" cy="344710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l"/>
              <a:r>
                <a:rPr lang="pt-BR" sz="1000" b="0" dirty="0">
                  <a:solidFill>
                    <a:srgbClr val="5F6976"/>
                  </a:solidFill>
                  <a:latin typeface="Arial"/>
                </a:rPr>
                <a:t>Verifique o nível do defeito e sua visibilidade conforme classe</a:t>
              </a:r>
              <a:r>
                <a:rPr sz="1000" b="0" dirty="0">
                  <a:solidFill>
                    <a:srgbClr val="5F6976"/>
                  </a:solidFill>
                  <a:latin typeface="Arial"/>
                </a:rPr>
                <a:t>.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4744405" y="4827165"/>
              <a:ext cx="2697480" cy="68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ED8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4817557" y="4955181"/>
              <a:ext cx="457200" cy="457200"/>
            </a:xfrm>
            <a:prstGeom prst="roundRect">
              <a:avLst/>
            </a:prstGeom>
            <a:solidFill>
              <a:srgbClr val="EB9323"/>
            </a:solidFill>
            <a:ln w="12700">
              <a:solidFill>
                <a:srgbClr val="EB932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817557" y="4980649"/>
              <a:ext cx="457200" cy="406265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2400" b="1" dirty="0">
                  <a:solidFill>
                    <a:srgbClr val="FFFFFF"/>
                  </a:solidFill>
                  <a:latin typeface="Arial"/>
                </a:rPr>
                <a:t>👁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347909" y="4925228"/>
              <a:ext cx="2020824" cy="206210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l"/>
              <a:r>
                <a:rPr sz="1100" b="1">
                  <a:solidFill>
                    <a:srgbClr val="2D3748"/>
                  </a:solidFill>
                  <a:latin typeface="Arial"/>
                </a:rPr>
                <a:t>Visibilidade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347909" y="5121154"/>
              <a:ext cx="2020824" cy="344710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l"/>
              <a:r>
                <a:rPr sz="1000" b="0" dirty="0">
                  <a:solidFill>
                    <a:srgbClr val="5F6976"/>
                  </a:solidFill>
                  <a:latin typeface="Arial"/>
                </a:rPr>
                <a:t>Avalie </a:t>
              </a:r>
              <a:r>
                <a:rPr sz="1000" b="0" dirty="0" err="1">
                  <a:solidFill>
                    <a:srgbClr val="5F6976"/>
                  </a:solidFill>
                  <a:latin typeface="Arial"/>
                </a:rPr>
                <a:t>conforme</a:t>
              </a:r>
              <a:r>
                <a:rPr sz="1000" b="0" dirty="0">
                  <a:solidFill>
                    <a:srgbClr val="5F6976"/>
                  </a:solidFill>
                  <a:latin typeface="Arial"/>
                </a:rPr>
                <a:t> </a:t>
              </a:r>
              <a:r>
                <a:rPr sz="1000" b="0" dirty="0" err="1">
                  <a:solidFill>
                    <a:srgbClr val="5F6976"/>
                  </a:solidFill>
                  <a:latin typeface="Arial"/>
                </a:rPr>
                <a:t>escala</a:t>
              </a:r>
              <a:r>
                <a:rPr sz="1000" b="0" dirty="0">
                  <a:solidFill>
                    <a:srgbClr val="5F6976"/>
                  </a:solidFill>
                  <a:latin typeface="Arial"/>
                </a:rPr>
                <a:t> </a:t>
              </a:r>
              <a:r>
                <a:rPr lang="pt-BR" sz="1000" b="0" dirty="0">
                  <a:solidFill>
                    <a:srgbClr val="5F6976"/>
                  </a:solidFill>
                  <a:latin typeface="Arial"/>
                </a:rPr>
                <a:t>de classe </a:t>
              </a:r>
              <a:r>
                <a:rPr sz="1000" b="0" dirty="0" err="1">
                  <a:solidFill>
                    <a:srgbClr val="5F6976"/>
                  </a:solidFill>
                  <a:latin typeface="Arial"/>
                </a:rPr>
                <a:t>quando</a:t>
              </a:r>
              <a:r>
                <a:rPr sz="1000" b="0" dirty="0">
                  <a:solidFill>
                    <a:srgbClr val="5F6976"/>
                  </a:solidFill>
                  <a:latin typeface="Arial"/>
                </a:rPr>
                <a:t> </a:t>
              </a:r>
              <a:r>
                <a:rPr sz="1000" b="0" dirty="0" err="1">
                  <a:solidFill>
                    <a:srgbClr val="5F6976"/>
                  </a:solidFill>
                  <a:latin typeface="Arial"/>
                </a:rPr>
                <a:t>aplicável</a:t>
              </a:r>
              <a:r>
                <a:rPr sz="1000" b="0" dirty="0">
                  <a:solidFill>
                    <a:srgbClr val="5F6976"/>
                  </a:solidFill>
                  <a:latin typeface="Arial"/>
                </a:rPr>
                <a:t>.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7579045" y="4827165"/>
              <a:ext cx="2697480" cy="68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ED8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7652197" y="4955181"/>
              <a:ext cx="457200" cy="457200"/>
            </a:xfrm>
            <a:prstGeom prst="roundRect">
              <a:avLst/>
            </a:prstGeom>
            <a:solidFill>
              <a:srgbClr val="CA2B2B"/>
            </a:solidFill>
            <a:ln w="12700">
              <a:solidFill>
                <a:srgbClr val="CA2B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652197" y="4980649"/>
              <a:ext cx="457200" cy="406265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Arial"/>
                </a:rPr>
                <a:t>!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182549" y="4857697"/>
              <a:ext cx="2020824" cy="206210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l"/>
              <a:r>
                <a:rPr sz="1100" b="1" dirty="0" err="1">
                  <a:solidFill>
                    <a:srgbClr val="2D3748"/>
                  </a:solidFill>
                  <a:latin typeface="Arial"/>
                </a:rPr>
                <a:t>Função</a:t>
              </a:r>
              <a:endParaRPr sz="1100" b="1" dirty="0">
                <a:solidFill>
                  <a:srgbClr val="2D3748"/>
                </a:solidFill>
                <a:latin typeface="Arial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246557" y="5023511"/>
              <a:ext cx="2020824" cy="498598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l"/>
              <a:r>
                <a:rPr sz="1000" b="0" dirty="0" err="1">
                  <a:solidFill>
                    <a:srgbClr val="5F6976"/>
                  </a:solidFill>
                  <a:latin typeface="Arial"/>
                </a:rPr>
                <a:t>Não</a:t>
              </a:r>
              <a:r>
                <a:rPr sz="1000" b="0" dirty="0">
                  <a:solidFill>
                    <a:srgbClr val="5F6976"/>
                  </a:solidFill>
                  <a:latin typeface="Arial"/>
                </a:rPr>
                <a:t> </a:t>
              </a:r>
              <a:r>
                <a:rPr sz="1000" b="0" dirty="0" err="1">
                  <a:solidFill>
                    <a:srgbClr val="5F6976"/>
                  </a:solidFill>
                  <a:latin typeface="Arial"/>
                </a:rPr>
                <a:t>liberar</a:t>
              </a:r>
              <a:r>
                <a:rPr sz="1000" b="0" dirty="0">
                  <a:solidFill>
                    <a:srgbClr val="5F6976"/>
                  </a:solidFill>
                  <a:latin typeface="Arial"/>
                </a:rPr>
                <a:t> se </a:t>
              </a:r>
              <a:r>
                <a:rPr sz="1000" b="0" dirty="0" err="1">
                  <a:solidFill>
                    <a:srgbClr val="5F6976"/>
                  </a:solidFill>
                  <a:latin typeface="Arial"/>
                </a:rPr>
                <a:t>prejudicar</a:t>
              </a:r>
              <a:r>
                <a:rPr sz="1000" b="0" dirty="0">
                  <a:solidFill>
                    <a:srgbClr val="5F6976"/>
                  </a:solidFill>
                  <a:latin typeface="Arial"/>
                </a:rPr>
                <a:t> </a:t>
              </a:r>
              <a:r>
                <a:rPr sz="1000" b="0" dirty="0" err="1">
                  <a:solidFill>
                    <a:srgbClr val="5F6976"/>
                  </a:solidFill>
                  <a:latin typeface="Arial"/>
                </a:rPr>
                <a:t>montagem</a:t>
              </a:r>
              <a:r>
                <a:rPr sz="1000" b="0" dirty="0">
                  <a:solidFill>
                    <a:srgbClr val="5F6976"/>
                  </a:solidFill>
                  <a:latin typeface="Arial"/>
                </a:rPr>
                <a:t>, </a:t>
              </a:r>
              <a:r>
                <a:rPr sz="1000" b="0" dirty="0" err="1">
                  <a:solidFill>
                    <a:srgbClr val="5F6976"/>
                  </a:solidFill>
                  <a:latin typeface="Arial"/>
                </a:rPr>
                <a:t>função</a:t>
              </a:r>
              <a:r>
                <a:rPr sz="1000" b="0" dirty="0">
                  <a:solidFill>
                    <a:srgbClr val="5F6976"/>
                  </a:solidFill>
                  <a:latin typeface="Arial"/>
                </a:rPr>
                <a:t> </a:t>
              </a:r>
              <a:r>
                <a:rPr sz="1000" b="0" dirty="0" err="1">
                  <a:solidFill>
                    <a:srgbClr val="5F6976"/>
                  </a:solidFill>
                  <a:latin typeface="Arial"/>
                </a:rPr>
                <a:t>ou</a:t>
              </a:r>
              <a:r>
                <a:rPr sz="1000" b="0" dirty="0">
                  <a:solidFill>
                    <a:srgbClr val="5F6976"/>
                  </a:solidFill>
                  <a:latin typeface="Arial"/>
                </a:rPr>
                <a:t> </a:t>
              </a:r>
              <a:r>
                <a:rPr sz="1000" b="0" dirty="0" err="1">
                  <a:solidFill>
                    <a:srgbClr val="5F6976"/>
                  </a:solidFill>
                  <a:latin typeface="Arial"/>
                </a:rPr>
                <a:t>gerar</a:t>
              </a:r>
              <a:r>
                <a:rPr sz="1000" b="0" dirty="0">
                  <a:solidFill>
                    <a:srgbClr val="5F6976"/>
                  </a:solidFill>
                  <a:latin typeface="Arial"/>
                </a:rPr>
                <a:t> </a:t>
              </a:r>
              <a:r>
                <a:rPr sz="1000" b="0" dirty="0" err="1">
                  <a:solidFill>
                    <a:srgbClr val="5F6976"/>
                  </a:solidFill>
                  <a:latin typeface="Arial"/>
                </a:rPr>
                <a:t>corrosão</a:t>
              </a:r>
              <a:r>
                <a:rPr sz="1000" b="0" dirty="0">
                  <a:solidFill>
                    <a:srgbClr val="5F6976"/>
                  </a:solidFill>
                  <a:latin typeface="Arial"/>
                </a:rPr>
                <a:t>.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649224" y="5883597"/>
              <a:ext cx="10835640" cy="384048"/>
            </a:xfrm>
            <a:prstGeom prst="roundRect">
              <a:avLst/>
            </a:prstGeom>
            <a:solidFill>
              <a:srgbClr val="FFF7DF"/>
            </a:solidFill>
            <a:ln w="12700">
              <a:solidFill>
                <a:srgbClr val="F2D28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32104" y="5947605"/>
              <a:ext cx="10469880" cy="182880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950" b="1" dirty="0">
                  <a:solidFill>
                    <a:srgbClr val="2D3748"/>
                  </a:solidFill>
                  <a:latin typeface="Arial"/>
                </a:rPr>
                <a:t>EM CASO DE DÚVIDA, NÃO LIBERAR AUTOMATICAMENTE. CONSULTAR A NORMA, O DESENHO OU O RESPONSÁVEL DA QUALIDADE.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64592" y="6428232"/>
              <a:ext cx="11868912" cy="256032"/>
            </a:xfrm>
            <a:prstGeom prst="roundRect">
              <a:avLst/>
            </a:prstGeom>
            <a:solidFill>
              <a:srgbClr val="091B3F"/>
            </a:solidFill>
            <a:ln w="12700">
              <a:solidFill>
                <a:srgbClr val="091B3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20040" y="6455664"/>
              <a:ext cx="11521440" cy="146304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819" b="1">
                  <a:solidFill>
                    <a:srgbClr val="FFFFFF"/>
                  </a:solidFill>
                  <a:latin typeface="Arial"/>
                </a:rPr>
                <a:t>QUALIDADE É CONFORMIDADE • CONSULTE SEMPRE O DESENHO TÉCNICO E A INSTRUÇÃO APLICÁVEL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64592" y="109728"/>
            <a:ext cx="11868912" cy="658368"/>
          </a:xfrm>
          <a:prstGeom prst="roundRect">
            <a:avLst/>
          </a:prstGeom>
          <a:solidFill>
            <a:srgbClr val="091B3F"/>
          </a:solidFill>
          <a:ln w="12700">
            <a:solidFill>
              <a:srgbClr val="09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10312"/>
            <a:ext cx="47548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10312"/>
            <a:ext cx="475488" cy="4572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300" b="1" dirty="0">
                <a:solidFill>
                  <a:srgbClr val="091B3F"/>
                </a:solidFill>
                <a:latin typeface="Arial"/>
              </a:rPr>
              <a:t>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"/>
            <a:ext cx="7406640" cy="3017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AVALIAÇÃO DE SUPERFÍCIE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"/>
            <a:ext cx="7132320" cy="1828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950" b="1">
                <a:solidFill>
                  <a:srgbClr val="FFB4B4"/>
                </a:solidFill>
                <a:latin typeface="Arial"/>
              </a:rPr>
              <a:t>Condições de inspeção e aplicação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914400"/>
            <a:ext cx="11521440" cy="310896"/>
          </a:xfrm>
          <a:prstGeom prst="roundRect">
            <a:avLst/>
          </a:prstGeom>
          <a:solidFill>
            <a:srgbClr val="091B3F"/>
          </a:solidFill>
          <a:ln w="12700">
            <a:solidFill>
              <a:srgbClr val="09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" y="978408"/>
            <a:ext cx="201168" cy="16459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1">
                <a:solidFill>
                  <a:srgbClr val="091B3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969264"/>
            <a:ext cx="11155680" cy="1828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CONDIÇÕES PADRÃO DE AVALIAÇÃO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48536" y="1496996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821688" y="1625012"/>
            <a:ext cx="457200" cy="457200"/>
          </a:xfrm>
          <a:prstGeom prst="roundRect">
            <a:avLst/>
          </a:prstGeom>
          <a:solidFill>
            <a:srgbClr val="2D8957"/>
          </a:solidFill>
          <a:ln w="12700">
            <a:solidFill>
              <a:srgbClr val="2D8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1688" y="1625012"/>
            <a:ext cx="457200" cy="4572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2040" y="1541632"/>
            <a:ext cx="1929384" cy="1985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50" b="1" dirty="0" err="1">
                <a:solidFill>
                  <a:srgbClr val="2D3748"/>
                </a:solidFill>
                <a:latin typeface="Arial"/>
              </a:rPr>
              <a:t>Superfície</a:t>
            </a:r>
            <a:r>
              <a:rPr sz="1050" b="1" dirty="0">
                <a:solidFill>
                  <a:srgbClr val="2D3748"/>
                </a:solidFill>
                <a:latin typeface="Arial"/>
              </a:rPr>
              <a:t> limpa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2040" y="1790986"/>
            <a:ext cx="1929384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pt-BR" sz="1000" b="0" dirty="0">
                <a:solidFill>
                  <a:srgbClr val="5F6976"/>
                </a:solidFill>
                <a:latin typeface="Arial"/>
              </a:rPr>
              <a:t>ITS 176</a:t>
            </a:r>
            <a:r>
              <a:rPr sz="1000" b="0" dirty="0">
                <a:solidFill>
                  <a:srgbClr val="5F6976"/>
                </a:solidFill>
                <a:latin typeface="Arial"/>
              </a:rPr>
              <a:t>: </a:t>
            </a:r>
            <a:r>
              <a:rPr sz="1000" b="0" dirty="0" err="1">
                <a:solidFill>
                  <a:srgbClr val="5F6976"/>
                </a:solidFill>
                <a:latin typeface="Arial"/>
              </a:rPr>
              <a:t>superfícies</a:t>
            </a:r>
            <a:r>
              <a:rPr sz="1000" b="0" dirty="0">
                <a:solidFill>
                  <a:srgbClr val="5F6976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F6976"/>
                </a:solidFill>
                <a:latin typeface="Arial"/>
              </a:rPr>
              <a:t>limpas</a:t>
            </a:r>
            <a:r>
              <a:rPr sz="1000" b="0" dirty="0">
                <a:solidFill>
                  <a:srgbClr val="5F6976"/>
                </a:solidFill>
                <a:latin typeface="Arial"/>
              </a:rPr>
              <a:t>. </a:t>
            </a:r>
            <a:endParaRPr lang="pt-BR" sz="1000" b="0" dirty="0">
              <a:solidFill>
                <a:srgbClr val="5F6976"/>
              </a:solidFill>
              <a:latin typeface="Arial"/>
            </a:endParaRPr>
          </a:p>
          <a:p>
            <a:pPr algn="l"/>
            <a:r>
              <a:rPr lang="pt-BR" sz="1000" dirty="0">
                <a:solidFill>
                  <a:srgbClr val="5F6976"/>
                </a:solidFill>
                <a:latin typeface="Arial"/>
              </a:rPr>
              <a:t>ITS 177</a:t>
            </a:r>
            <a:r>
              <a:rPr sz="1000" b="0" dirty="0">
                <a:solidFill>
                  <a:srgbClr val="5F6976"/>
                </a:solidFill>
                <a:latin typeface="Arial"/>
              </a:rPr>
              <a:t>: </a:t>
            </a:r>
            <a:r>
              <a:rPr sz="1000" b="0" dirty="0" err="1">
                <a:solidFill>
                  <a:srgbClr val="5F6976"/>
                </a:solidFill>
                <a:latin typeface="Arial"/>
              </a:rPr>
              <a:t>recém-pintadas</a:t>
            </a:r>
            <a:r>
              <a:rPr sz="1000" b="0" dirty="0">
                <a:solidFill>
                  <a:srgbClr val="5F6976"/>
                </a:solidFill>
                <a:latin typeface="Arial"/>
              </a:rPr>
              <a:t> </a:t>
            </a:r>
            <a:endParaRPr lang="pt-BR" sz="1000" dirty="0">
              <a:solidFill>
                <a:srgbClr val="5F6976"/>
              </a:solidFill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656328" y="1496996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29480" y="1625012"/>
            <a:ext cx="457200" cy="457200"/>
          </a:xfrm>
          <a:prstGeom prst="roundRect">
            <a:avLst/>
          </a:prstGeom>
          <a:solidFill>
            <a:srgbClr val="104884"/>
          </a:solidFill>
          <a:ln w="12700">
            <a:solidFill>
              <a:srgbClr val="104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9480" y="1742812"/>
            <a:ext cx="457200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LUX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9832" y="1598906"/>
            <a:ext cx="1929384" cy="1985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Arial"/>
              </a:rPr>
              <a:t>Iluminação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9832" y="1790986"/>
            <a:ext cx="1929384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00" b="0" dirty="0" err="1">
                <a:solidFill>
                  <a:srgbClr val="5F6976"/>
                </a:solidFill>
                <a:latin typeface="Arial"/>
              </a:rPr>
              <a:t>Recomendado</a:t>
            </a:r>
            <a:r>
              <a:rPr sz="1000" b="0" dirty="0">
                <a:solidFill>
                  <a:srgbClr val="5F6976"/>
                </a:solidFill>
                <a:latin typeface="Arial"/>
              </a:rPr>
              <a:t>: 1500 a 2000 lux</a:t>
            </a:r>
            <a:r>
              <a:rPr lang="pt-BR" sz="1000" dirty="0">
                <a:solidFill>
                  <a:srgbClr val="5F6976"/>
                </a:solidFill>
                <a:latin typeface="Arial"/>
              </a:rPr>
              <a:t> no local de inspeção</a:t>
            </a:r>
            <a:endParaRPr sz="1000" b="0" dirty="0">
              <a:solidFill>
                <a:srgbClr val="5F6976"/>
              </a:solidFill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564120" y="1520905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637272" y="1648921"/>
            <a:ext cx="457200" cy="457200"/>
          </a:xfrm>
          <a:prstGeom prst="roundRect">
            <a:avLst/>
          </a:prstGeom>
          <a:solidFill>
            <a:srgbClr val="5F6976"/>
          </a:solidFill>
          <a:ln w="12700">
            <a:solidFill>
              <a:srgbClr val="5F6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37272" y="1648921"/>
            <a:ext cx="457200" cy="4572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7624" y="1622815"/>
            <a:ext cx="1929384" cy="1985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Arial"/>
              </a:rPr>
              <a:t>Luz difusa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7624" y="1814894"/>
            <a:ext cx="1929384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00" b="0">
                <a:solidFill>
                  <a:srgbClr val="5F6976"/>
                </a:solidFill>
                <a:latin typeface="Arial"/>
              </a:rPr>
              <a:t>Iluminação uniforme, sem direção marcada.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48536" y="2411396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821688" y="2539412"/>
            <a:ext cx="457200" cy="457200"/>
          </a:xfrm>
          <a:prstGeom prst="roundRect">
            <a:avLst/>
          </a:prstGeom>
          <a:solidFill>
            <a:srgbClr val="091B3F"/>
          </a:solidFill>
          <a:ln w="12700">
            <a:solidFill>
              <a:srgbClr val="09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21688" y="2539412"/>
            <a:ext cx="457200" cy="4572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90°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52040" y="2513305"/>
            <a:ext cx="1929384" cy="1985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Arial"/>
              </a:rPr>
              <a:t>Ângulo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52040" y="2705385"/>
            <a:ext cx="1929384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00" b="0">
                <a:solidFill>
                  <a:srgbClr val="5F6976"/>
                </a:solidFill>
                <a:latin typeface="Arial"/>
              </a:rPr>
              <a:t>Avaliar preferencialmente em ângulo reto à superfície.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56328" y="2411396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729480" y="2539412"/>
            <a:ext cx="457200" cy="457200"/>
          </a:xfrm>
          <a:prstGeom prst="roundRect">
            <a:avLst/>
          </a:prstGeom>
          <a:solidFill>
            <a:srgbClr val="104884"/>
          </a:solidFill>
          <a:ln w="12700">
            <a:solidFill>
              <a:srgbClr val="104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29480" y="2539412"/>
            <a:ext cx="457200" cy="4572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9832" y="2513305"/>
            <a:ext cx="1929384" cy="1985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Arial"/>
              </a:rPr>
              <a:t>Lateral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9832" y="2705385"/>
            <a:ext cx="1929384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00" b="0">
                <a:solidFill>
                  <a:srgbClr val="5F6976"/>
                </a:solidFill>
                <a:latin typeface="Arial"/>
              </a:rPr>
              <a:t>Pode avaliar ligeiramente de lado para cobrir ângulos.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64120" y="2411396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637272" y="2539412"/>
            <a:ext cx="457200" cy="457200"/>
          </a:xfrm>
          <a:prstGeom prst="roundRect">
            <a:avLst/>
          </a:prstGeom>
          <a:solidFill>
            <a:srgbClr val="2D8957"/>
          </a:solidFill>
          <a:ln w="12700">
            <a:solidFill>
              <a:srgbClr val="2D8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37272" y="2668753"/>
            <a:ext cx="457200" cy="1985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rial"/>
              </a:rPr>
              <a:t>1</a:t>
            </a:r>
            <a:r>
              <a:rPr lang="pt-BR" sz="1050" b="1" dirty="0">
                <a:solidFill>
                  <a:srgbClr val="FFFFFF"/>
                </a:solidFill>
                <a:latin typeface="Arial"/>
              </a:rPr>
              <a:t>m</a:t>
            </a:r>
            <a:endParaRPr sz="10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67624" y="2513305"/>
            <a:ext cx="1929384" cy="1985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pt-BR" sz="1050" b="1" dirty="0">
                <a:solidFill>
                  <a:srgbClr val="2D3748"/>
                </a:solidFill>
                <a:latin typeface="Arial"/>
              </a:rPr>
              <a:t>Distancia</a:t>
            </a:r>
            <a:endParaRPr sz="1050" b="1" dirty="0">
              <a:solidFill>
                <a:srgbClr val="2D3748"/>
              </a:solidFill>
              <a:latin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101996" y="2738093"/>
            <a:ext cx="1929384" cy="190821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pt-BR" sz="1000" b="0" dirty="0">
                <a:solidFill>
                  <a:srgbClr val="5F6976"/>
                </a:solidFill>
                <a:latin typeface="Arial"/>
              </a:rPr>
              <a:t>Avaliar a 1m de distancia</a:t>
            </a:r>
            <a:r>
              <a:rPr sz="1000" b="0" dirty="0">
                <a:solidFill>
                  <a:srgbClr val="5F6976"/>
                </a:solidFill>
                <a:latin typeface="Arial"/>
              </a:rPr>
              <a:t>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" y="3520440"/>
            <a:ext cx="11521440" cy="310896"/>
          </a:xfrm>
          <a:prstGeom prst="roundRect">
            <a:avLst/>
          </a:prstGeom>
          <a:solidFill>
            <a:srgbClr val="091B3F"/>
          </a:solidFill>
          <a:ln w="12700">
            <a:solidFill>
              <a:srgbClr val="09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0936" y="3567486"/>
            <a:ext cx="11155680" cy="1985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50" b="1" dirty="0">
                <a:solidFill>
                  <a:srgbClr val="FFFFFF"/>
                </a:solidFill>
                <a:latin typeface="Arial"/>
              </a:rPr>
              <a:t>AVALIAÇÃO EM</a:t>
            </a:r>
            <a:r>
              <a:rPr lang="pt-BR" sz="10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</a:rPr>
              <a:t>ÁREA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5256" y="4033762"/>
            <a:ext cx="3108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79576" y="4173433"/>
            <a:ext cx="256032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 dirty="0">
                <a:solidFill>
                  <a:srgbClr val="CA2B2B"/>
                </a:solidFill>
                <a:latin typeface="Arial"/>
              </a:rPr>
              <a:t>CLASSES 1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9736" y="4408981"/>
            <a:ext cx="2560320" cy="775597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600" b="1" dirty="0">
                <a:solidFill>
                  <a:srgbClr val="091B3F"/>
                </a:solidFill>
                <a:latin typeface="Arial"/>
              </a:rPr>
              <a:t>Máximo 2 </a:t>
            </a:r>
            <a:r>
              <a:rPr sz="1600" b="1" dirty="0" err="1">
                <a:solidFill>
                  <a:srgbClr val="091B3F"/>
                </a:solidFill>
                <a:latin typeface="Arial"/>
              </a:rPr>
              <a:t>defeitos</a:t>
            </a:r>
            <a:br>
              <a:rPr lang="pt-BR" sz="1600" b="1" dirty="0">
                <a:solidFill>
                  <a:srgbClr val="091B3F"/>
                </a:solidFill>
                <a:latin typeface="Arial"/>
              </a:rPr>
            </a:br>
            <a:r>
              <a:rPr lang="pt-BR" sz="1600" b="1" dirty="0">
                <a:solidFill>
                  <a:srgbClr val="091B3F"/>
                </a:solidFill>
                <a:latin typeface="Arial"/>
              </a:rPr>
              <a:t>PRATICAMENTE INVISIVEL</a:t>
            </a:r>
            <a:endParaRPr sz="1600" b="1" dirty="0">
              <a:solidFill>
                <a:srgbClr val="091B3F"/>
              </a:solidFill>
              <a:latin typeface="Arial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541520" y="4035119"/>
            <a:ext cx="3108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815840" y="4173433"/>
            <a:ext cx="256032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 dirty="0">
                <a:solidFill>
                  <a:srgbClr val="EB9323"/>
                </a:solidFill>
                <a:latin typeface="Arial"/>
              </a:rPr>
              <a:t>CLASSES 2</a:t>
            </a:r>
            <a:r>
              <a:rPr lang="pt-BR" sz="1400" b="1" dirty="0">
                <a:solidFill>
                  <a:srgbClr val="EB9323"/>
                </a:solidFill>
                <a:latin typeface="Arial"/>
              </a:rPr>
              <a:t> </a:t>
            </a:r>
            <a:endParaRPr sz="1400" b="1" dirty="0">
              <a:solidFill>
                <a:srgbClr val="EB9323"/>
              </a:solidFill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792980" y="4533448"/>
            <a:ext cx="2560320" cy="52937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600" b="1" dirty="0">
                <a:solidFill>
                  <a:srgbClr val="091B3F"/>
                </a:solidFill>
                <a:latin typeface="Arial"/>
              </a:rPr>
              <a:t>Máximo 3 </a:t>
            </a:r>
            <a:r>
              <a:rPr sz="1600" b="1" dirty="0" err="1">
                <a:solidFill>
                  <a:srgbClr val="091B3F"/>
                </a:solidFill>
                <a:latin typeface="Arial"/>
              </a:rPr>
              <a:t>defeitos</a:t>
            </a:r>
            <a:r>
              <a:rPr lang="pt-BR" sz="1600" b="1" dirty="0">
                <a:solidFill>
                  <a:srgbClr val="091B3F"/>
                </a:solidFill>
                <a:latin typeface="Arial"/>
              </a:rPr>
              <a:t> POUCO VISIVEL</a:t>
            </a:r>
            <a:endParaRPr sz="1600" b="1" dirty="0">
              <a:solidFill>
                <a:srgbClr val="091B3F"/>
              </a:solidFill>
              <a:latin typeface="Arial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534924" y="5536692"/>
            <a:ext cx="11164824" cy="667512"/>
          </a:xfrm>
          <a:prstGeom prst="roundRect">
            <a:avLst/>
          </a:prstGeom>
          <a:solidFill>
            <a:srgbClr val="FFF7DF"/>
          </a:solidFill>
          <a:ln w="12700">
            <a:solidFill>
              <a:srgbClr val="F2D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90372" y="5605760"/>
            <a:ext cx="10652760" cy="52937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600" b="1" dirty="0">
                <a:solidFill>
                  <a:srgbClr val="2D3748"/>
                </a:solidFill>
                <a:latin typeface="Arial"/>
              </a:rPr>
              <a:t>IMPORTANTE: </a:t>
            </a:r>
            <a:r>
              <a:rPr sz="1600" b="1" dirty="0" err="1">
                <a:solidFill>
                  <a:srgbClr val="2D3748"/>
                </a:solidFill>
                <a:latin typeface="Arial"/>
              </a:rPr>
              <a:t>termos</a:t>
            </a:r>
            <a:r>
              <a:rPr sz="1600" b="1" dirty="0">
                <a:solidFill>
                  <a:srgbClr val="2D3748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Arial"/>
              </a:rPr>
              <a:t>como</a:t>
            </a:r>
            <a:r>
              <a:rPr sz="1600" b="1" dirty="0">
                <a:solidFill>
                  <a:srgbClr val="2D3748"/>
                </a:solidFill>
                <a:latin typeface="Arial"/>
              </a:rPr>
              <a:t> “</a:t>
            </a:r>
            <a:r>
              <a:rPr sz="1600" b="1" dirty="0" err="1">
                <a:solidFill>
                  <a:srgbClr val="2D3748"/>
                </a:solidFill>
                <a:latin typeface="Arial"/>
              </a:rPr>
              <a:t>praticamente</a:t>
            </a:r>
            <a:r>
              <a:rPr sz="1600" b="1" dirty="0">
                <a:solidFill>
                  <a:srgbClr val="2D3748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Arial"/>
              </a:rPr>
              <a:t>invisível</a:t>
            </a:r>
            <a:r>
              <a:rPr sz="1600" b="1" dirty="0">
                <a:solidFill>
                  <a:srgbClr val="2D3748"/>
                </a:solidFill>
                <a:latin typeface="Arial"/>
              </a:rPr>
              <a:t>”, “</a:t>
            </a:r>
            <a:r>
              <a:rPr sz="1600" b="1" dirty="0" err="1">
                <a:solidFill>
                  <a:srgbClr val="2D3748"/>
                </a:solidFill>
                <a:latin typeface="Arial"/>
              </a:rPr>
              <a:t>muito</a:t>
            </a:r>
            <a:r>
              <a:rPr sz="1600" b="1" dirty="0">
                <a:solidFill>
                  <a:srgbClr val="2D3748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Arial"/>
              </a:rPr>
              <a:t>pouco</a:t>
            </a:r>
            <a:r>
              <a:rPr sz="1600" b="1" dirty="0">
                <a:solidFill>
                  <a:srgbClr val="2D3748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Arial"/>
              </a:rPr>
              <a:t>visível</a:t>
            </a:r>
            <a:r>
              <a:rPr sz="1600" b="1" dirty="0">
                <a:solidFill>
                  <a:srgbClr val="2D3748"/>
                </a:solidFill>
                <a:latin typeface="Arial"/>
              </a:rPr>
              <a:t>” e “</a:t>
            </a:r>
            <a:r>
              <a:rPr sz="1600" b="1" dirty="0" err="1">
                <a:solidFill>
                  <a:srgbClr val="2D3748"/>
                </a:solidFill>
                <a:latin typeface="Arial"/>
              </a:rPr>
              <a:t>claramente</a:t>
            </a:r>
            <a:r>
              <a:rPr sz="1600" b="1" dirty="0">
                <a:solidFill>
                  <a:srgbClr val="2D3748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Arial"/>
              </a:rPr>
              <a:t>visível</a:t>
            </a:r>
            <a:r>
              <a:rPr sz="1600" b="1" dirty="0">
                <a:solidFill>
                  <a:srgbClr val="2D3748"/>
                </a:solidFill>
                <a:latin typeface="Arial"/>
              </a:rPr>
              <a:t>” </a:t>
            </a:r>
            <a:r>
              <a:rPr sz="1600" b="1" dirty="0" err="1">
                <a:solidFill>
                  <a:srgbClr val="2D3748"/>
                </a:solidFill>
                <a:latin typeface="Arial"/>
              </a:rPr>
              <a:t>dependem</a:t>
            </a:r>
            <a:r>
              <a:rPr sz="1600" b="1" dirty="0">
                <a:solidFill>
                  <a:srgbClr val="2D3748"/>
                </a:solidFill>
                <a:latin typeface="Arial"/>
              </a:rPr>
              <a:t> da </a:t>
            </a:r>
            <a:r>
              <a:rPr sz="1600" b="1" dirty="0" err="1">
                <a:solidFill>
                  <a:srgbClr val="2D3748"/>
                </a:solidFill>
                <a:latin typeface="Arial"/>
              </a:rPr>
              <a:t>avaliação</a:t>
            </a:r>
            <a:r>
              <a:rPr sz="1600" b="1" dirty="0">
                <a:solidFill>
                  <a:srgbClr val="2D3748"/>
                </a:solidFill>
                <a:latin typeface="Arial"/>
              </a:rPr>
              <a:t> de </a:t>
            </a:r>
            <a:r>
              <a:rPr sz="1600" b="1" dirty="0" err="1">
                <a:solidFill>
                  <a:srgbClr val="2D3748"/>
                </a:solidFill>
                <a:latin typeface="Arial"/>
              </a:rPr>
              <a:t>inspetor</a:t>
            </a:r>
            <a:r>
              <a:rPr sz="1600" b="1" dirty="0">
                <a:solidFill>
                  <a:srgbClr val="2D3748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Arial"/>
              </a:rPr>
              <a:t>experiente</a:t>
            </a:r>
            <a:r>
              <a:rPr sz="1600" b="1" dirty="0">
                <a:solidFill>
                  <a:srgbClr val="2D3748"/>
                </a:solidFill>
                <a:latin typeface="Arial"/>
              </a:rPr>
              <a:t>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64592" y="6428232"/>
            <a:ext cx="11868912" cy="256032"/>
          </a:xfrm>
          <a:prstGeom prst="roundRect">
            <a:avLst/>
          </a:prstGeom>
          <a:solidFill>
            <a:srgbClr val="091B3F"/>
          </a:solidFill>
          <a:ln w="12700">
            <a:solidFill>
              <a:srgbClr val="09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20040" y="6455664"/>
            <a:ext cx="11521440" cy="14630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QUALIDADE É CONFORMIDADE • CONSULTE SEMPRE O DESENHO TÉCNICO E A INSTRUÇÃO APLICÁVEL</a:t>
            </a:r>
          </a:p>
        </p:txBody>
      </p:sp>
      <p:sp>
        <p:nvSpPr>
          <p:cNvPr id="8" name="Rounded Rectangle 60">
            <a:extLst>
              <a:ext uri="{FF2B5EF4-FFF2-40B4-BE49-F238E27FC236}">
                <a16:creationId xmlns:a16="http://schemas.microsoft.com/office/drawing/2014/main" id="{E6B9EBF2-F080-E5D4-0573-544B9D4C53AC}"/>
              </a:ext>
            </a:extLst>
          </p:cNvPr>
          <p:cNvSpPr/>
          <p:nvPr/>
        </p:nvSpPr>
        <p:spPr>
          <a:xfrm>
            <a:off x="8167624" y="4035119"/>
            <a:ext cx="3108960" cy="1234440"/>
          </a:xfrm>
          <a:prstGeom prst="round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61">
            <a:extLst>
              <a:ext uri="{FF2B5EF4-FFF2-40B4-BE49-F238E27FC236}">
                <a16:creationId xmlns:a16="http://schemas.microsoft.com/office/drawing/2014/main" id="{0BC4CB6B-A692-34A5-2E8C-91F45B15C765}"/>
              </a:ext>
            </a:extLst>
          </p:cNvPr>
          <p:cNvSpPr txBox="1"/>
          <p:nvPr/>
        </p:nvSpPr>
        <p:spPr>
          <a:xfrm>
            <a:off x="8549640" y="4096117"/>
            <a:ext cx="256032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2000" b="1" dirty="0">
                <a:solidFill>
                  <a:srgbClr val="FFFFFF"/>
                </a:solidFill>
                <a:latin typeface="Arial"/>
              </a:rPr>
              <a:t>ATENÇÃO</a:t>
            </a:r>
            <a:endParaRPr sz="1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Box 62">
            <a:extLst>
              <a:ext uri="{FF2B5EF4-FFF2-40B4-BE49-F238E27FC236}">
                <a16:creationId xmlns:a16="http://schemas.microsoft.com/office/drawing/2014/main" id="{24334E8E-2425-1E05-1060-06E5B63FE676}"/>
              </a:ext>
            </a:extLst>
          </p:cNvPr>
          <p:cNvSpPr txBox="1"/>
          <p:nvPr/>
        </p:nvSpPr>
        <p:spPr>
          <a:xfrm>
            <a:off x="8549640" y="4399085"/>
            <a:ext cx="2560320" cy="775597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Arial"/>
              </a:rPr>
              <a:t>DEFEITOS CLARAMENTE VISIVEL REPROVAR</a:t>
            </a:r>
            <a:endParaRPr sz="1600" b="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" name="Imagem 59">
            <a:extLst>
              <a:ext uri="{FF2B5EF4-FFF2-40B4-BE49-F238E27FC236}">
                <a16:creationId xmlns:a16="http://schemas.microsoft.com/office/drawing/2014/main" id="{D6AD757D-9C4F-EEE0-377E-0EFF524DB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998" y="4033762"/>
            <a:ext cx="601532" cy="6015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64592" y="109728"/>
            <a:ext cx="11868912" cy="65836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10312"/>
            <a:ext cx="47548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20418"/>
            <a:ext cx="475488" cy="2369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300" b="1" dirty="0">
                <a:solidFill>
                  <a:srgbClr val="091B3F"/>
                </a:solidFill>
                <a:latin typeface="Arial"/>
              </a:rPr>
              <a:t>2</a:t>
            </a:r>
            <a:endParaRPr sz="1300" b="1" dirty="0">
              <a:solidFill>
                <a:srgbClr val="091B3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01168"/>
            <a:ext cx="7406640" cy="3017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CLASSIFICAÇÃO DAS SUPERFÍCIES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"/>
            <a:ext cx="7132320" cy="1828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950" b="1" dirty="0" err="1">
                <a:solidFill>
                  <a:srgbClr val="FFFFFF"/>
                </a:solidFill>
                <a:latin typeface="Arial"/>
              </a:rPr>
              <a:t>Aplica</a:t>
            </a:r>
            <a:r>
              <a:rPr sz="950" b="1" dirty="0">
                <a:solidFill>
                  <a:srgbClr val="FFFFFF"/>
                </a:solidFill>
                <a:latin typeface="Arial"/>
              </a:rPr>
              <a:t>-se </a:t>
            </a:r>
            <a:r>
              <a:rPr sz="950" b="1" dirty="0" err="1">
                <a:solidFill>
                  <a:srgbClr val="FFFFFF"/>
                </a:solidFill>
                <a:latin typeface="Arial"/>
              </a:rPr>
              <a:t>às</a:t>
            </a:r>
            <a:r>
              <a:rPr sz="950" b="1" dirty="0">
                <a:solidFill>
                  <a:srgbClr val="FFFFFF"/>
                </a:solidFill>
                <a:latin typeface="Arial"/>
              </a:rPr>
              <a:t> duas </a:t>
            </a:r>
            <a:r>
              <a:rPr sz="950" b="1" dirty="0" err="1">
                <a:solidFill>
                  <a:srgbClr val="FFFFFF"/>
                </a:solidFill>
                <a:latin typeface="Arial"/>
              </a:rPr>
              <a:t>normas</a:t>
            </a:r>
            <a:endParaRPr sz="9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1417320"/>
            <a:ext cx="914400" cy="457200"/>
          </a:xfrm>
          <a:prstGeom prst="round2SameRect">
            <a:avLst/>
          </a:prstGeom>
          <a:solidFill>
            <a:srgbClr val="091B3F"/>
          </a:solidFill>
          <a:ln w="76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7784" y="1535121"/>
            <a:ext cx="89611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Classe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1417320"/>
            <a:ext cx="1234440" cy="457200"/>
          </a:xfrm>
          <a:prstGeom prst="round2SameRect">
            <a:avLst/>
          </a:prstGeom>
          <a:solidFill>
            <a:srgbClr val="091B3F"/>
          </a:solidFill>
          <a:ln w="76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72184" y="1535121"/>
            <a:ext cx="121615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Nível visual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1417320"/>
            <a:ext cx="4572000" cy="457200"/>
          </a:xfrm>
          <a:prstGeom prst="round2SameRect">
            <a:avLst/>
          </a:prstGeom>
          <a:solidFill>
            <a:srgbClr val="091B3F"/>
          </a:solidFill>
          <a:ln w="76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06624" y="1535121"/>
            <a:ext cx="455371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Descrição prática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1417320"/>
            <a:ext cx="4663440" cy="457200"/>
          </a:xfrm>
          <a:prstGeom prst="round2SameRect">
            <a:avLst/>
          </a:prstGeom>
          <a:solidFill>
            <a:srgbClr val="091B3F"/>
          </a:solidFill>
          <a:ln w="76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78624" y="1535121"/>
            <a:ext cx="464515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Exemplo de aplicação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874519"/>
            <a:ext cx="914400" cy="457200"/>
          </a:xfrm>
          <a:prstGeom prst="rect">
            <a:avLst/>
          </a:prstGeom>
          <a:solidFill>
            <a:srgbClr val="CA2B2B"/>
          </a:solidFill>
          <a:ln w="76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784" y="1992321"/>
            <a:ext cx="89611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rial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1874519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72184" y="1992321"/>
            <a:ext cx="121615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Arial"/>
              </a:rPr>
              <a:t>Muito alta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1874519"/>
            <a:ext cx="4572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06624" y="1992321"/>
            <a:ext cx="455371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Arial"/>
              </a:rPr>
              <a:t>Visível no campo imediato de visão do observador.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1874519"/>
            <a:ext cx="4663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78624" y="1992321"/>
            <a:ext cx="464515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Arial"/>
              </a:rPr>
              <a:t>Frente, painéis principais, regiões externas críticas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2340862"/>
            <a:ext cx="914400" cy="457200"/>
          </a:xfrm>
          <a:prstGeom prst="rect">
            <a:avLst/>
          </a:prstGeom>
          <a:solidFill>
            <a:srgbClr val="F8C848"/>
          </a:solidFill>
          <a:ln w="76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7784" y="2458663"/>
            <a:ext cx="89611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rial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63040" y="2340862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72184" y="2458663"/>
            <a:ext cx="121615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 dirty="0" err="1">
                <a:solidFill>
                  <a:srgbClr val="2D3748"/>
                </a:solidFill>
                <a:latin typeface="Arial"/>
              </a:rPr>
              <a:t>Média</a:t>
            </a:r>
            <a:endParaRPr sz="1200" b="0" dirty="0">
              <a:solidFill>
                <a:srgbClr val="2D3748"/>
              </a:solidFill>
              <a:latin typeface="Aria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97480" y="2340862"/>
            <a:ext cx="4572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06624" y="2458663"/>
            <a:ext cx="455371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200" dirty="0">
                <a:solidFill>
                  <a:srgbClr val="2D3748"/>
                </a:solidFill>
                <a:latin typeface="Arial"/>
              </a:rPr>
              <a:t>Visível, porém afastada do campo imediato de visão.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80" y="2340862"/>
            <a:ext cx="4663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278624" y="2458663"/>
            <a:ext cx="464515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Arial"/>
              </a:rPr>
              <a:t>Áreas visíveis secundárias ou de observação eventual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" y="2806134"/>
            <a:ext cx="914400" cy="457200"/>
          </a:xfrm>
          <a:prstGeom prst="rect">
            <a:avLst/>
          </a:prstGeom>
          <a:solidFill>
            <a:srgbClr val="2D8957"/>
          </a:solidFill>
          <a:ln w="76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66928" y="2923935"/>
            <a:ext cx="89611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chemeClr val="bg1"/>
                </a:solidFill>
                <a:latin typeface="Arial"/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72184" y="2806134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481328" y="2923935"/>
            <a:ext cx="121615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Arial"/>
              </a:rPr>
              <a:t>Baixa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06624" y="2806134"/>
            <a:ext cx="4572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715768" y="2923935"/>
            <a:ext cx="455371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Arial"/>
              </a:rPr>
              <a:t>Não imediatamente visível.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78624" y="2806134"/>
            <a:ext cx="4663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287768" y="2923935"/>
            <a:ext cx="464515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Arial"/>
              </a:rPr>
              <a:t>Regiões internas, inferiores ou pouco aparentes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784" y="3263334"/>
            <a:ext cx="914400" cy="457200"/>
          </a:xfrm>
          <a:prstGeom prst="rect">
            <a:avLst/>
          </a:prstGeom>
          <a:solidFill>
            <a:srgbClr val="5F6976"/>
          </a:solidFill>
          <a:ln w="76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66928" y="3381135"/>
            <a:ext cx="89611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chemeClr val="bg1"/>
                </a:solidFill>
                <a:latin typeface="Arial"/>
              </a:rPr>
              <a:t>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72184" y="3263334"/>
            <a:ext cx="1234440" cy="457200"/>
          </a:xfrm>
          <a:prstGeom prst="rect">
            <a:avLst/>
          </a:prstGeom>
          <a:solidFill>
            <a:srgbClr val="F8FAFD"/>
          </a:solidFill>
          <a:ln w="762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481328" y="3381135"/>
            <a:ext cx="121615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Arial"/>
              </a:rPr>
              <a:t>Oculta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06624" y="3263334"/>
            <a:ext cx="4572000" cy="457200"/>
          </a:xfrm>
          <a:prstGeom prst="rect">
            <a:avLst/>
          </a:prstGeom>
          <a:solidFill>
            <a:srgbClr val="F8FAFD"/>
          </a:solidFill>
          <a:ln w="762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715768" y="3381135"/>
            <a:ext cx="455371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Arial"/>
              </a:rPr>
              <a:t>Permanentemente oculta após montagem.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78624" y="3263334"/>
            <a:ext cx="4663440" cy="457200"/>
          </a:xfrm>
          <a:prstGeom prst="rect">
            <a:avLst/>
          </a:prstGeom>
          <a:solidFill>
            <a:srgbClr val="F8FAFD"/>
          </a:solidFill>
          <a:ln w="762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287768" y="3381135"/>
            <a:ext cx="4645152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Arial"/>
              </a:rPr>
              <a:t>Áreas internas cobertas ou escondidas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74904" y="3895346"/>
            <a:ext cx="11521440" cy="310896"/>
          </a:xfrm>
          <a:prstGeom prst="roundRect">
            <a:avLst/>
          </a:prstGeom>
          <a:solidFill>
            <a:srgbClr val="091B3F"/>
          </a:solidFill>
          <a:ln w="12700">
            <a:solidFill>
              <a:srgbClr val="09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429768" y="395021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29768" y="3959354"/>
            <a:ext cx="201168" cy="16459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1">
                <a:solidFill>
                  <a:srgbClr val="091B3F"/>
                </a:solidFill>
                <a:latin typeface="Arial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3950210"/>
            <a:ext cx="11155680" cy="1828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RESUMO VISUAL DE EXIGÊNCIA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520951" y="4855976"/>
            <a:ext cx="1417320" cy="548640"/>
          </a:xfrm>
          <a:prstGeom prst="roundRect">
            <a:avLst/>
          </a:prstGeom>
          <a:solidFill>
            <a:srgbClr val="CA2B2B"/>
          </a:solidFill>
          <a:ln w="12700">
            <a:solidFill>
              <a:srgbClr val="CA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5" name="TextBox 74"/>
          <p:cNvSpPr txBox="1"/>
          <p:nvPr/>
        </p:nvSpPr>
        <p:spPr>
          <a:xfrm>
            <a:off x="1520951" y="4866883"/>
            <a:ext cx="141732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20951" y="5137301"/>
            <a:ext cx="1417320" cy="2062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Máxima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02279" y="4847321"/>
            <a:ext cx="320040" cy="52937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3200" b="1">
                <a:solidFill>
                  <a:srgbClr val="5F6976"/>
                </a:solidFill>
                <a:latin typeface="Arial"/>
              </a:rPr>
              <a:t>→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56075" y="4855976"/>
            <a:ext cx="1417320" cy="548640"/>
          </a:xfrm>
          <a:prstGeom prst="roundRect">
            <a:avLst/>
          </a:prstGeom>
          <a:solidFill>
            <a:srgbClr val="F8C848"/>
          </a:solidFill>
          <a:ln w="12700">
            <a:solidFill>
              <a:srgbClr val="F8C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3" name="TextBox 82"/>
          <p:cNvSpPr txBox="1"/>
          <p:nvPr/>
        </p:nvSpPr>
        <p:spPr>
          <a:xfrm>
            <a:off x="3656075" y="4866883"/>
            <a:ext cx="141732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000" b="1" dirty="0">
                <a:solidFill>
                  <a:srgbClr val="2D3748"/>
                </a:solidFill>
                <a:latin typeface="Arial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56075" y="5137301"/>
            <a:ext cx="1417320" cy="2062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 dirty="0" err="1">
                <a:solidFill>
                  <a:srgbClr val="2D3748"/>
                </a:solidFill>
                <a:latin typeface="Arial"/>
              </a:rPr>
              <a:t>Média</a:t>
            </a:r>
            <a:endParaRPr sz="1100" b="1" dirty="0">
              <a:solidFill>
                <a:srgbClr val="2D3748"/>
              </a:solidFill>
              <a:latin typeface="Arial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407151" y="4800454"/>
            <a:ext cx="320040" cy="52937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3200" b="1" dirty="0">
                <a:solidFill>
                  <a:srgbClr val="5F6976"/>
                </a:solidFill>
                <a:latin typeface="Arial"/>
              </a:rPr>
              <a:t>→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096000" y="4845069"/>
            <a:ext cx="1417320" cy="548640"/>
          </a:xfrm>
          <a:prstGeom prst="roundRect">
            <a:avLst/>
          </a:prstGeom>
          <a:solidFill>
            <a:srgbClr val="2D895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1" name="TextBox 90"/>
          <p:cNvSpPr txBox="1"/>
          <p:nvPr/>
        </p:nvSpPr>
        <p:spPr>
          <a:xfrm>
            <a:off x="6096000" y="4855976"/>
            <a:ext cx="141732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96000" y="5126394"/>
            <a:ext cx="1417320" cy="2062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Baixa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82347" y="4814135"/>
            <a:ext cx="320040" cy="52937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3200" b="1" dirty="0">
                <a:solidFill>
                  <a:srgbClr val="5F6976"/>
                </a:solidFill>
                <a:latin typeface="Arial"/>
              </a:rPr>
              <a:t>→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429328" y="4856827"/>
            <a:ext cx="1417320" cy="548640"/>
          </a:xfrm>
          <a:prstGeom prst="roundRect">
            <a:avLst/>
          </a:prstGeom>
          <a:solidFill>
            <a:srgbClr val="5F6976"/>
          </a:solidFill>
          <a:ln w="12700">
            <a:solidFill>
              <a:srgbClr val="5F6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5" name="TextBox 94"/>
          <p:cNvSpPr txBox="1"/>
          <p:nvPr/>
        </p:nvSpPr>
        <p:spPr>
          <a:xfrm>
            <a:off x="8429328" y="4867734"/>
            <a:ext cx="141732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29328" y="5138152"/>
            <a:ext cx="1417320" cy="2062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Oculta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520951" y="5486912"/>
            <a:ext cx="292608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900" b="1">
                <a:solidFill>
                  <a:srgbClr val="CA2B2B"/>
                </a:solidFill>
                <a:latin typeface="Arial"/>
              </a:rPr>
              <a:t>MAIOR EXIGÊNCIA ESTÉTICA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66288" y="5486912"/>
            <a:ext cx="292608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900" b="1" dirty="0">
                <a:solidFill>
                  <a:srgbClr val="5F6976"/>
                </a:solidFill>
                <a:latin typeface="Arial"/>
              </a:rPr>
              <a:t>MENOR EXIGÊNCIA ESTÉTICA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64592" y="6428232"/>
            <a:ext cx="11868912" cy="256032"/>
          </a:xfrm>
          <a:prstGeom prst="roundRect">
            <a:avLst/>
          </a:prstGeom>
          <a:solidFill>
            <a:srgbClr val="091B3F"/>
          </a:solidFill>
          <a:ln w="12700">
            <a:solidFill>
              <a:srgbClr val="09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20040" y="6455664"/>
            <a:ext cx="11521440" cy="14630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QUALIDADE É CONFORMIDADE • CONSULTE SEMPRE O DESENHO TÉCNICO E A INSTRUÇÃO APLICÁVEL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4DF43-DE2C-FA4B-1A4E-E97E6A584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0F3A72-298A-5FBC-D707-980459255223}"/>
              </a:ext>
            </a:extLst>
          </p:cNvPr>
          <p:cNvSpPr/>
          <p:nvPr/>
        </p:nvSpPr>
        <p:spPr>
          <a:xfrm>
            <a:off x="164592" y="109728"/>
            <a:ext cx="11868912" cy="65836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69A24B0-7247-BD59-6E06-C3A15726DAEB}"/>
              </a:ext>
            </a:extLst>
          </p:cNvPr>
          <p:cNvSpPr/>
          <p:nvPr/>
        </p:nvSpPr>
        <p:spPr>
          <a:xfrm>
            <a:off x="320040" y="210312"/>
            <a:ext cx="47548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67BD8-CB4D-7488-EFA5-930647ADFA34}"/>
              </a:ext>
            </a:extLst>
          </p:cNvPr>
          <p:cNvSpPr txBox="1"/>
          <p:nvPr/>
        </p:nvSpPr>
        <p:spPr>
          <a:xfrm>
            <a:off x="320040" y="320418"/>
            <a:ext cx="475488" cy="2369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300" b="1" dirty="0">
                <a:solidFill>
                  <a:srgbClr val="091B3F"/>
                </a:solidFill>
                <a:latin typeface="Arial"/>
              </a:rPr>
              <a:t>2.1</a:t>
            </a:r>
            <a:endParaRPr sz="1300" b="1" dirty="0">
              <a:solidFill>
                <a:srgbClr val="091B3F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F74013-3DEC-81AB-2172-C3CDC2EE6991}"/>
              </a:ext>
            </a:extLst>
          </p:cNvPr>
          <p:cNvSpPr txBox="1"/>
          <p:nvPr/>
        </p:nvSpPr>
        <p:spPr>
          <a:xfrm>
            <a:off x="879630" y="275621"/>
            <a:ext cx="740664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Arial"/>
              </a:rPr>
              <a:t>Exemplos práticos das classes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E824BD13-7A9F-4B55-A35C-4489AD97D4E6}"/>
              </a:ext>
            </a:extLst>
          </p:cNvPr>
          <p:cNvSpPr/>
          <p:nvPr/>
        </p:nvSpPr>
        <p:spPr>
          <a:xfrm>
            <a:off x="1682997" y="5503967"/>
            <a:ext cx="1417320" cy="548640"/>
          </a:xfrm>
          <a:prstGeom prst="roundRect">
            <a:avLst/>
          </a:prstGeom>
          <a:solidFill>
            <a:srgbClr val="CA2B2B"/>
          </a:solidFill>
          <a:ln w="12700">
            <a:solidFill>
              <a:srgbClr val="CA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D1D328F-DAA2-652C-76A5-22730514C16B}"/>
              </a:ext>
            </a:extLst>
          </p:cNvPr>
          <p:cNvSpPr txBox="1"/>
          <p:nvPr/>
        </p:nvSpPr>
        <p:spPr>
          <a:xfrm>
            <a:off x="1682997" y="5514874"/>
            <a:ext cx="141732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27911CD-BE1F-05E4-AEFD-91726ADBBFA0}"/>
              </a:ext>
            </a:extLst>
          </p:cNvPr>
          <p:cNvSpPr txBox="1"/>
          <p:nvPr/>
        </p:nvSpPr>
        <p:spPr>
          <a:xfrm>
            <a:off x="1682997" y="5785292"/>
            <a:ext cx="1417320" cy="2062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Máxima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5056F04-D4F3-64B2-97F1-2C9EDC5703D1}"/>
              </a:ext>
            </a:extLst>
          </p:cNvPr>
          <p:cNvSpPr txBox="1"/>
          <p:nvPr/>
        </p:nvSpPr>
        <p:spPr>
          <a:xfrm>
            <a:off x="3164325" y="5495312"/>
            <a:ext cx="320040" cy="52937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3200" b="1">
                <a:solidFill>
                  <a:srgbClr val="5F6976"/>
                </a:solidFill>
                <a:latin typeface="Arial"/>
              </a:rPr>
              <a:t>→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9379D9D-416C-57AF-24D0-0E6E8844431E}"/>
              </a:ext>
            </a:extLst>
          </p:cNvPr>
          <p:cNvSpPr/>
          <p:nvPr/>
        </p:nvSpPr>
        <p:spPr>
          <a:xfrm>
            <a:off x="3818121" y="5503967"/>
            <a:ext cx="1417320" cy="548640"/>
          </a:xfrm>
          <a:prstGeom prst="roundRect">
            <a:avLst/>
          </a:prstGeom>
          <a:solidFill>
            <a:srgbClr val="F8C848"/>
          </a:solidFill>
          <a:ln w="12700">
            <a:solidFill>
              <a:srgbClr val="F8C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177563-867C-CFBE-4D18-7F415B940B6F}"/>
              </a:ext>
            </a:extLst>
          </p:cNvPr>
          <p:cNvSpPr txBox="1"/>
          <p:nvPr/>
        </p:nvSpPr>
        <p:spPr>
          <a:xfrm>
            <a:off x="3818121" y="5514874"/>
            <a:ext cx="141732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000" b="1" dirty="0">
                <a:solidFill>
                  <a:srgbClr val="2D3748"/>
                </a:solidFill>
                <a:latin typeface="Arial"/>
              </a:rPr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04377F-2B11-F2B3-C6D7-2BB05E9660D9}"/>
              </a:ext>
            </a:extLst>
          </p:cNvPr>
          <p:cNvSpPr txBox="1"/>
          <p:nvPr/>
        </p:nvSpPr>
        <p:spPr>
          <a:xfrm>
            <a:off x="3818121" y="5785292"/>
            <a:ext cx="1417320" cy="2062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 dirty="0" err="1">
                <a:solidFill>
                  <a:srgbClr val="2D3748"/>
                </a:solidFill>
                <a:latin typeface="Arial"/>
              </a:rPr>
              <a:t>Média</a:t>
            </a:r>
            <a:endParaRPr sz="1100" b="1" dirty="0">
              <a:solidFill>
                <a:srgbClr val="2D3748"/>
              </a:solidFill>
              <a:latin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B49DB9D-E462-1465-7B86-CEAD197EDF77}"/>
              </a:ext>
            </a:extLst>
          </p:cNvPr>
          <p:cNvSpPr txBox="1"/>
          <p:nvPr/>
        </p:nvSpPr>
        <p:spPr>
          <a:xfrm>
            <a:off x="5569197" y="5448445"/>
            <a:ext cx="320040" cy="52937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3200" b="1" dirty="0">
                <a:solidFill>
                  <a:srgbClr val="5F6976"/>
                </a:solidFill>
                <a:latin typeface="Arial"/>
              </a:rPr>
              <a:t>→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261FB9B-3CBE-1683-8573-A87A610B5070}"/>
              </a:ext>
            </a:extLst>
          </p:cNvPr>
          <p:cNvSpPr/>
          <p:nvPr/>
        </p:nvSpPr>
        <p:spPr>
          <a:xfrm>
            <a:off x="6258046" y="5493060"/>
            <a:ext cx="1417320" cy="548640"/>
          </a:xfrm>
          <a:prstGeom prst="roundRect">
            <a:avLst/>
          </a:prstGeom>
          <a:solidFill>
            <a:srgbClr val="2D895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D7DE93E-2BD0-A23B-E5A1-58854D17B789}"/>
              </a:ext>
            </a:extLst>
          </p:cNvPr>
          <p:cNvSpPr txBox="1"/>
          <p:nvPr/>
        </p:nvSpPr>
        <p:spPr>
          <a:xfrm>
            <a:off x="6258046" y="5503967"/>
            <a:ext cx="141732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1C57117-6A88-1862-4180-7179CBB981B2}"/>
              </a:ext>
            </a:extLst>
          </p:cNvPr>
          <p:cNvSpPr txBox="1"/>
          <p:nvPr/>
        </p:nvSpPr>
        <p:spPr>
          <a:xfrm>
            <a:off x="6258046" y="5774385"/>
            <a:ext cx="1417320" cy="2062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Baixa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3E362C-DD44-3EC5-E55C-2A38E4659A3E}"/>
              </a:ext>
            </a:extLst>
          </p:cNvPr>
          <p:cNvSpPr txBox="1"/>
          <p:nvPr/>
        </p:nvSpPr>
        <p:spPr>
          <a:xfrm>
            <a:off x="7944393" y="5462126"/>
            <a:ext cx="320040" cy="52937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3200" b="1" dirty="0">
                <a:solidFill>
                  <a:srgbClr val="5F6976"/>
                </a:solidFill>
                <a:latin typeface="Arial"/>
              </a:rPr>
              <a:t>→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102177E9-9348-9039-9A1F-9535C0F911EE}"/>
              </a:ext>
            </a:extLst>
          </p:cNvPr>
          <p:cNvSpPr/>
          <p:nvPr/>
        </p:nvSpPr>
        <p:spPr>
          <a:xfrm>
            <a:off x="8591374" y="5504818"/>
            <a:ext cx="1417320" cy="548640"/>
          </a:xfrm>
          <a:prstGeom prst="roundRect">
            <a:avLst/>
          </a:prstGeom>
          <a:solidFill>
            <a:srgbClr val="5F6976"/>
          </a:solidFill>
          <a:ln w="12700">
            <a:solidFill>
              <a:srgbClr val="5F6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51E0901-060D-E604-3EEB-2C7F43EC15DD}"/>
              </a:ext>
            </a:extLst>
          </p:cNvPr>
          <p:cNvSpPr txBox="1"/>
          <p:nvPr/>
        </p:nvSpPr>
        <p:spPr>
          <a:xfrm>
            <a:off x="8591374" y="5515725"/>
            <a:ext cx="141732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4B75671-FEF6-5896-D5CB-8CCEA9A2A3ED}"/>
              </a:ext>
            </a:extLst>
          </p:cNvPr>
          <p:cNvSpPr txBox="1"/>
          <p:nvPr/>
        </p:nvSpPr>
        <p:spPr>
          <a:xfrm>
            <a:off x="8591374" y="5786143"/>
            <a:ext cx="1417320" cy="2062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Oculta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F207BC3-E884-63D8-596D-FBEFE83F121A}"/>
              </a:ext>
            </a:extLst>
          </p:cNvPr>
          <p:cNvSpPr txBox="1"/>
          <p:nvPr/>
        </p:nvSpPr>
        <p:spPr>
          <a:xfrm>
            <a:off x="1682997" y="6134903"/>
            <a:ext cx="292608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900" b="1">
                <a:solidFill>
                  <a:srgbClr val="CA2B2B"/>
                </a:solidFill>
                <a:latin typeface="Arial"/>
              </a:rPr>
              <a:t>MAIOR EXIGÊNCIA ESTÉTICA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17574DF-2C29-36EC-59C7-A221D40DD555}"/>
              </a:ext>
            </a:extLst>
          </p:cNvPr>
          <p:cNvSpPr txBox="1"/>
          <p:nvPr/>
        </p:nvSpPr>
        <p:spPr>
          <a:xfrm>
            <a:off x="7128334" y="6134903"/>
            <a:ext cx="292608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900" b="1" dirty="0">
                <a:solidFill>
                  <a:srgbClr val="5F6976"/>
                </a:solidFill>
                <a:latin typeface="Arial"/>
              </a:rPr>
              <a:t>MENOR EXIGÊNCIA ESTÉTICA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7BF359EC-A31A-FF52-D0A7-057E7AC2BF56}"/>
              </a:ext>
            </a:extLst>
          </p:cNvPr>
          <p:cNvSpPr/>
          <p:nvPr/>
        </p:nvSpPr>
        <p:spPr>
          <a:xfrm>
            <a:off x="164592" y="6428232"/>
            <a:ext cx="11868912" cy="256032"/>
          </a:xfrm>
          <a:prstGeom prst="roundRect">
            <a:avLst/>
          </a:prstGeom>
          <a:solidFill>
            <a:srgbClr val="091B3F"/>
          </a:solidFill>
          <a:ln w="12700">
            <a:solidFill>
              <a:srgbClr val="09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F1FC030-4816-C735-2C8C-83F79BB921BE}"/>
              </a:ext>
            </a:extLst>
          </p:cNvPr>
          <p:cNvSpPr txBox="1"/>
          <p:nvPr/>
        </p:nvSpPr>
        <p:spPr>
          <a:xfrm>
            <a:off x="320040" y="6455664"/>
            <a:ext cx="11521440" cy="14630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QUALIDADE É CONFORMIDADE • CONSULTE SEMPRE O DESENHO TÉCNICO E A INSTRUÇÃO APLICÁVEL</a:t>
            </a:r>
          </a:p>
        </p:txBody>
      </p:sp>
      <p:sp>
        <p:nvSpPr>
          <p:cNvPr id="8" name="Rounded Rectangle 56">
            <a:extLst>
              <a:ext uri="{FF2B5EF4-FFF2-40B4-BE49-F238E27FC236}">
                <a16:creationId xmlns:a16="http://schemas.microsoft.com/office/drawing/2014/main" id="{71052851-9B8F-64EC-FD3E-A249C8EE741D}"/>
              </a:ext>
            </a:extLst>
          </p:cNvPr>
          <p:cNvSpPr/>
          <p:nvPr/>
        </p:nvSpPr>
        <p:spPr>
          <a:xfrm>
            <a:off x="1187" y="1082463"/>
            <a:ext cx="4016414" cy="40898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56">
            <a:extLst>
              <a:ext uri="{FF2B5EF4-FFF2-40B4-BE49-F238E27FC236}">
                <a16:creationId xmlns:a16="http://schemas.microsoft.com/office/drawing/2014/main" id="{838E7606-4162-37B1-639D-E60724D66139}"/>
              </a:ext>
            </a:extLst>
          </p:cNvPr>
          <p:cNvSpPr/>
          <p:nvPr/>
        </p:nvSpPr>
        <p:spPr>
          <a:xfrm>
            <a:off x="4113527" y="1091117"/>
            <a:ext cx="4017600" cy="40898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56">
            <a:extLst>
              <a:ext uri="{FF2B5EF4-FFF2-40B4-BE49-F238E27FC236}">
                <a16:creationId xmlns:a16="http://schemas.microsoft.com/office/drawing/2014/main" id="{2FB6483F-6016-6540-B42F-CBDD74CDDC64}"/>
              </a:ext>
            </a:extLst>
          </p:cNvPr>
          <p:cNvSpPr/>
          <p:nvPr/>
        </p:nvSpPr>
        <p:spPr>
          <a:xfrm>
            <a:off x="8174400" y="1091117"/>
            <a:ext cx="4017600" cy="40898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73">
            <a:extLst>
              <a:ext uri="{FF2B5EF4-FFF2-40B4-BE49-F238E27FC236}">
                <a16:creationId xmlns:a16="http://schemas.microsoft.com/office/drawing/2014/main" id="{55DB38E6-6C8C-7E9C-C813-CA01F12BAA44}"/>
              </a:ext>
            </a:extLst>
          </p:cNvPr>
          <p:cNvSpPr/>
          <p:nvPr/>
        </p:nvSpPr>
        <p:spPr>
          <a:xfrm>
            <a:off x="1257590" y="1210221"/>
            <a:ext cx="1417320" cy="548640"/>
          </a:xfrm>
          <a:prstGeom prst="roundRect">
            <a:avLst/>
          </a:prstGeom>
          <a:solidFill>
            <a:srgbClr val="CA2B2B"/>
          </a:solidFill>
          <a:ln w="12700">
            <a:solidFill>
              <a:srgbClr val="CA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74">
            <a:extLst>
              <a:ext uri="{FF2B5EF4-FFF2-40B4-BE49-F238E27FC236}">
                <a16:creationId xmlns:a16="http://schemas.microsoft.com/office/drawing/2014/main" id="{86B8AD9B-3562-F1EF-15F4-6085BD7C70A2}"/>
              </a:ext>
            </a:extLst>
          </p:cNvPr>
          <p:cNvSpPr txBox="1"/>
          <p:nvPr/>
        </p:nvSpPr>
        <p:spPr>
          <a:xfrm>
            <a:off x="1257590" y="1221128"/>
            <a:ext cx="141732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" name="TextBox 75">
            <a:extLst>
              <a:ext uri="{FF2B5EF4-FFF2-40B4-BE49-F238E27FC236}">
                <a16:creationId xmlns:a16="http://schemas.microsoft.com/office/drawing/2014/main" id="{C106B078-EAE5-C658-3499-24F153A74F79}"/>
              </a:ext>
            </a:extLst>
          </p:cNvPr>
          <p:cNvSpPr txBox="1"/>
          <p:nvPr/>
        </p:nvSpPr>
        <p:spPr>
          <a:xfrm>
            <a:off x="1257590" y="1491546"/>
            <a:ext cx="1417320" cy="2062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Máxima</a:t>
            </a:r>
          </a:p>
        </p:txBody>
      </p:sp>
      <p:sp>
        <p:nvSpPr>
          <p:cNvPr id="50" name="Rounded Rectangle 81">
            <a:extLst>
              <a:ext uri="{FF2B5EF4-FFF2-40B4-BE49-F238E27FC236}">
                <a16:creationId xmlns:a16="http://schemas.microsoft.com/office/drawing/2014/main" id="{A0B12B79-B540-DF19-A8FA-BAD223707B5C}"/>
              </a:ext>
            </a:extLst>
          </p:cNvPr>
          <p:cNvSpPr/>
          <p:nvPr/>
        </p:nvSpPr>
        <p:spPr>
          <a:xfrm>
            <a:off x="5387841" y="1210221"/>
            <a:ext cx="1417320" cy="548640"/>
          </a:xfrm>
          <a:prstGeom prst="roundRect">
            <a:avLst/>
          </a:prstGeom>
          <a:solidFill>
            <a:srgbClr val="F8C848"/>
          </a:solidFill>
          <a:ln w="12700">
            <a:solidFill>
              <a:srgbClr val="F8C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2" name="TextBox 82">
            <a:extLst>
              <a:ext uri="{FF2B5EF4-FFF2-40B4-BE49-F238E27FC236}">
                <a16:creationId xmlns:a16="http://schemas.microsoft.com/office/drawing/2014/main" id="{C25F974F-283B-81AF-B047-0A4EE140AC42}"/>
              </a:ext>
            </a:extLst>
          </p:cNvPr>
          <p:cNvSpPr txBox="1"/>
          <p:nvPr/>
        </p:nvSpPr>
        <p:spPr>
          <a:xfrm>
            <a:off x="5387841" y="1221128"/>
            <a:ext cx="141732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000" b="1" dirty="0">
                <a:solidFill>
                  <a:srgbClr val="2D3748"/>
                </a:solidFill>
                <a:latin typeface="Arial"/>
              </a:rPr>
              <a:t>2</a:t>
            </a:r>
          </a:p>
        </p:txBody>
      </p:sp>
      <p:sp>
        <p:nvSpPr>
          <p:cNvPr id="78" name="TextBox 83">
            <a:extLst>
              <a:ext uri="{FF2B5EF4-FFF2-40B4-BE49-F238E27FC236}">
                <a16:creationId xmlns:a16="http://schemas.microsoft.com/office/drawing/2014/main" id="{4C273360-B4DA-B024-42EE-119E1547BA47}"/>
              </a:ext>
            </a:extLst>
          </p:cNvPr>
          <p:cNvSpPr txBox="1"/>
          <p:nvPr/>
        </p:nvSpPr>
        <p:spPr>
          <a:xfrm>
            <a:off x="5387841" y="1491546"/>
            <a:ext cx="1417320" cy="2062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 dirty="0" err="1">
                <a:solidFill>
                  <a:srgbClr val="2D3748"/>
                </a:solidFill>
                <a:latin typeface="Arial"/>
              </a:rPr>
              <a:t>Média</a:t>
            </a:r>
            <a:endParaRPr sz="1100" b="1" dirty="0">
              <a:solidFill>
                <a:srgbClr val="2D3748"/>
              </a:solidFill>
              <a:latin typeface="Arial"/>
            </a:endParaRPr>
          </a:p>
        </p:txBody>
      </p:sp>
      <p:sp>
        <p:nvSpPr>
          <p:cNvPr id="88" name="Rounded Rectangle 89">
            <a:extLst>
              <a:ext uri="{FF2B5EF4-FFF2-40B4-BE49-F238E27FC236}">
                <a16:creationId xmlns:a16="http://schemas.microsoft.com/office/drawing/2014/main" id="{EF614E42-C7C0-8FC6-61BF-11B386912F01}"/>
              </a:ext>
            </a:extLst>
          </p:cNvPr>
          <p:cNvSpPr/>
          <p:nvPr/>
        </p:nvSpPr>
        <p:spPr>
          <a:xfrm>
            <a:off x="9517090" y="1210221"/>
            <a:ext cx="1417320" cy="548640"/>
          </a:xfrm>
          <a:prstGeom prst="roundRect">
            <a:avLst/>
          </a:prstGeom>
          <a:solidFill>
            <a:srgbClr val="2D895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1" name="TextBox 90">
            <a:extLst>
              <a:ext uri="{FF2B5EF4-FFF2-40B4-BE49-F238E27FC236}">
                <a16:creationId xmlns:a16="http://schemas.microsoft.com/office/drawing/2014/main" id="{282E4B9E-A8FB-67C3-A90F-BFF808A3EC40}"/>
              </a:ext>
            </a:extLst>
          </p:cNvPr>
          <p:cNvSpPr txBox="1"/>
          <p:nvPr/>
        </p:nvSpPr>
        <p:spPr>
          <a:xfrm>
            <a:off x="9517090" y="1221128"/>
            <a:ext cx="141732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3" name="TextBox 91">
            <a:extLst>
              <a:ext uri="{FF2B5EF4-FFF2-40B4-BE49-F238E27FC236}">
                <a16:creationId xmlns:a16="http://schemas.microsoft.com/office/drawing/2014/main" id="{72A37D44-68D9-0E99-9A58-FE96184D1E7D}"/>
              </a:ext>
            </a:extLst>
          </p:cNvPr>
          <p:cNvSpPr txBox="1"/>
          <p:nvPr/>
        </p:nvSpPr>
        <p:spPr>
          <a:xfrm>
            <a:off x="9517090" y="1491546"/>
            <a:ext cx="1417320" cy="2062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Baixa</a:t>
            </a:r>
          </a:p>
        </p:txBody>
      </p:sp>
      <p:pic>
        <p:nvPicPr>
          <p:cNvPr id="105" name="Imagem 104">
            <a:extLst>
              <a:ext uri="{FF2B5EF4-FFF2-40B4-BE49-F238E27FC236}">
                <a16:creationId xmlns:a16="http://schemas.microsoft.com/office/drawing/2014/main" id="{FD8109CC-BDB2-12AE-3587-32BC9A86FC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06" t="32677" r="48671" b="27363"/>
          <a:stretch>
            <a:fillRect/>
          </a:stretch>
        </p:blipFill>
        <p:spPr>
          <a:xfrm>
            <a:off x="118190" y="1965803"/>
            <a:ext cx="3782408" cy="2515606"/>
          </a:xfrm>
          <a:prstGeom prst="rect">
            <a:avLst/>
          </a:prstGeom>
        </p:spPr>
      </p:pic>
      <p:pic>
        <p:nvPicPr>
          <p:cNvPr id="107" name="Imagem 106">
            <a:extLst>
              <a:ext uri="{FF2B5EF4-FFF2-40B4-BE49-F238E27FC236}">
                <a16:creationId xmlns:a16="http://schemas.microsoft.com/office/drawing/2014/main" id="{186AB0E4-C9F1-2D0B-B2EE-26A68F3B9C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166" t="55783" r="38450" b="26695"/>
          <a:stretch>
            <a:fillRect/>
          </a:stretch>
        </p:blipFill>
        <p:spPr>
          <a:xfrm>
            <a:off x="4257040" y="1923453"/>
            <a:ext cx="3779520" cy="2542317"/>
          </a:xfrm>
          <a:prstGeom prst="rect">
            <a:avLst/>
          </a:prstGeom>
        </p:spPr>
      </p:pic>
      <p:sp>
        <p:nvSpPr>
          <p:cNvPr id="108" name="Elipse 107">
            <a:extLst>
              <a:ext uri="{FF2B5EF4-FFF2-40B4-BE49-F238E27FC236}">
                <a16:creationId xmlns:a16="http://schemas.microsoft.com/office/drawing/2014/main" id="{F56559ED-1A85-F608-C958-040A5EBB143F}"/>
              </a:ext>
            </a:extLst>
          </p:cNvPr>
          <p:cNvSpPr/>
          <p:nvPr/>
        </p:nvSpPr>
        <p:spPr>
          <a:xfrm>
            <a:off x="2216513" y="2988020"/>
            <a:ext cx="698500" cy="548640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0" name="Elipse 109">
            <a:extLst>
              <a:ext uri="{FF2B5EF4-FFF2-40B4-BE49-F238E27FC236}">
                <a16:creationId xmlns:a16="http://schemas.microsoft.com/office/drawing/2014/main" id="{C3AD1159-5A1D-78A4-3B3A-A5D13413E790}"/>
              </a:ext>
            </a:extLst>
          </p:cNvPr>
          <p:cNvSpPr/>
          <p:nvPr/>
        </p:nvSpPr>
        <p:spPr>
          <a:xfrm>
            <a:off x="6301336" y="2240370"/>
            <a:ext cx="1044454" cy="1247104"/>
          </a:xfrm>
          <a:prstGeom prst="ellipse">
            <a:avLst/>
          </a:prstGeom>
          <a:noFill/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" name="Rounded Rectangle 73">
            <a:extLst>
              <a:ext uri="{FF2B5EF4-FFF2-40B4-BE49-F238E27FC236}">
                <a16:creationId xmlns:a16="http://schemas.microsoft.com/office/drawing/2014/main" id="{D4268E5D-5C64-9EF0-E54B-D033539F9989}"/>
              </a:ext>
            </a:extLst>
          </p:cNvPr>
          <p:cNvSpPr/>
          <p:nvPr/>
        </p:nvSpPr>
        <p:spPr>
          <a:xfrm>
            <a:off x="448471" y="4511421"/>
            <a:ext cx="3149600" cy="548640"/>
          </a:xfrm>
          <a:prstGeom prst="roundRect">
            <a:avLst/>
          </a:prstGeom>
          <a:solidFill>
            <a:srgbClr val="CA2B2B"/>
          </a:solidFill>
          <a:ln w="12700">
            <a:solidFill>
              <a:srgbClr val="CA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8" name="TextBox 75">
            <a:extLst>
              <a:ext uri="{FF2B5EF4-FFF2-40B4-BE49-F238E27FC236}">
                <a16:creationId xmlns:a16="http://schemas.microsoft.com/office/drawing/2014/main" id="{70CAFD0C-D932-5AA5-BFDE-8FE8DBA3A05B}"/>
              </a:ext>
            </a:extLst>
          </p:cNvPr>
          <p:cNvSpPr txBox="1"/>
          <p:nvPr/>
        </p:nvSpPr>
        <p:spPr>
          <a:xfrm>
            <a:off x="448471" y="4647464"/>
            <a:ext cx="3149600" cy="3139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b="1" dirty="0">
                <a:solidFill>
                  <a:srgbClr val="FFFFFF"/>
                </a:solidFill>
                <a:latin typeface="Arial"/>
              </a:rPr>
              <a:t>Part </a:t>
            </a:r>
            <a:r>
              <a:rPr lang="pt-BR" b="1" dirty="0" err="1">
                <a:solidFill>
                  <a:srgbClr val="FFFFFF"/>
                </a:solidFill>
                <a:latin typeface="Arial"/>
              </a:rPr>
              <a:t>number</a:t>
            </a:r>
            <a:r>
              <a:rPr lang="pt-BR" b="1" dirty="0">
                <a:solidFill>
                  <a:srgbClr val="FFFFFF"/>
                </a:solidFill>
                <a:latin typeface="Arial"/>
              </a:rPr>
              <a:t> 54944474</a:t>
            </a:r>
            <a:endParaRPr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ounded Rectangle 81">
            <a:extLst>
              <a:ext uri="{FF2B5EF4-FFF2-40B4-BE49-F238E27FC236}">
                <a16:creationId xmlns:a16="http://schemas.microsoft.com/office/drawing/2014/main" id="{30EDBD53-DF64-D464-CE26-3A3D407E306D}"/>
              </a:ext>
            </a:extLst>
          </p:cNvPr>
          <p:cNvSpPr/>
          <p:nvPr/>
        </p:nvSpPr>
        <p:spPr>
          <a:xfrm>
            <a:off x="4609078" y="4535248"/>
            <a:ext cx="3066288" cy="548640"/>
          </a:xfrm>
          <a:prstGeom prst="roundRect">
            <a:avLst/>
          </a:prstGeom>
          <a:solidFill>
            <a:srgbClr val="F8C848"/>
          </a:solidFill>
          <a:ln w="12700">
            <a:solidFill>
              <a:srgbClr val="F8C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0" name="TextBox 83">
            <a:extLst>
              <a:ext uri="{FF2B5EF4-FFF2-40B4-BE49-F238E27FC236}">
                <a16:creationId xmlns:a16="http://schemas.microsoft.com/office/drawing/2014/main" id="{3F8A6B35-741F-CF94-9008-2D86D7FF93C5}"/>
              </a:ext>
            </a:extLst>
          </p:cNvPr>
          <p:cNvSpPr txBox="1"/>
          <p:nvPr/>
        </p:nvSpPr>
        <p:spPr>
          <a:xfrm>
            <a:off x="4663440" y="4659573"/>
            <a:ext cx="3011926" cy="3139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b="1" dirty="0">
                <a:solidFill>
                  <a:srgbClr val="2D3748"/>
                </a:solidFill>
                <a:latin typeface="Arial"/>
              </a:rPr>
              <a:t>Part </a:t>
            </a:r>
            <a:r>
              <a:rPr lang="pt-BR" b="1" dirty="0" err="1">
                <a:solidFill>
                  <a:srgbClr val="2D3748"/>
                </a:solidFill>
                <a:latin typeface="Arial"/>
              </a:rPr>
              <a:t>Number</a:t>
            </a:r>
            <a:r>
              <a:rPr lang="pt-BR" b="1" dirty="0">
                <a:solidFill>
                  <a:srgbClr val="2D3748"/>
                </a:solidFill>
                <a:latin typeface="Arial"/>
              </a:rPr>
              <a:t> 54047681 </a:t>
            </a:r>
            <a:endParaRPr b="1" dirty="0">
              <a:solidFill>
                <a:srgbClr val="2D3748"/>
              </a:solidFill>
              <a:latin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04D3494-5DD1-2EB7-5554-F0F62B7FCF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271" t="44513" r="20655" b="646"/>
          <a:stretch>
            <a:fillRect/>
          </a:stretch>
        </p:blipFill>
        <p:spPr>
          <a:xfrm>
            <a:off x="8402293" y="1923452"/>
            <a:ext cx="3546260" cy="2538899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D727503A-480B-39BF-886E-58BDE86AA647}"/>
              </a:ext>
            </a:extLst>
          </p:cNvPr>
          <p:cNvSpPr/>
          <p:nvPr/>
        </p:nvSpPr>
        <p:spPr>
          <a:xfrm>
            <a:off x="10443371" y="2500800"/>
            <a:ext cx="698500" cy="548640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ounded Rectangle 89">
            <a:extLst>
              <a:ext uri="{FF2B5EF4-FFF2-40B4-BE49-F238E27FC236}">
                <a16:creationId xmlns:a16="http://schemas.microsoft.com/office/drawing/2014/main" id="{4780E68A-5FA0-96DA-AD2E-CFFB69B7B172}"/>
              </a:ext>
            </a:extLst>
          </p:cNvPr>
          <p:cNvSpPr/>
          <p:nvPr/>
        </p:nvSpPr>
        <p:spPr>
          <a:xfrm>
            <a:off x="8626677" y="4520340"/>
            <a:ext cx="3116851" cy="548640"/>
          </a:xfrm>
          <a:prstGeom prst="roundRect">
            <a:avLst/>
          </a:prstGeom>
          <a:solidFill>
            <a:srgbClr val="2D895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91">
            <a:extLst>
              <a:ext uri="{FF2B5EF4-FFF2-40B4-BE49-F238E27FC236}">
                <a16:creationId xmlns:a16="http://schemas.microsoft.com/office/drawing/2014/main" id="{7404D612-C3A5-2947-53CA-F9EA91D14760}"/>
              </a:ext>
            </a:extLst>
          </p:cNvPr>
          <p:cNvSpPr txBox="1"/>
          <p:nvPr/>
        </p:nvSpPr>
        <p:spPr>
          <a:xfrm>
            <a:off x="8626677" y="4701325"/>
            <a:ext cx="3116851" cy="2062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Baixa</a:t>
            </a:r>
          </a:p>
        </p:txBody>
      </p:sp>
    </p:spTree>
    <p:extLst>
      <p:ext uri="{BB962C8B-B14F-4D97-AF65-F5344CB8AC3E}">
        <p14:creationId xmlns:p14="http://schemas.microsoft.com/office/powerpoint/2010/main" val="1257896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5">
            <a:extLst>
              <a:ext uri="{FF2B5EF4-FFF2-40B4-BE49-F238E27FC236}">
                <a16:creationId xmlns:a16="http://schemas.microsoft.com/office/drawing/2014/main" id="{6FFD5BC1-CBD2-05CB-9DAF-0B8A46A640DB}"/>
              </a:ext>
            </a:extLst>
          </p:cNvPr>
          <p:cNvGrpSpPr/>
          <p:nvPr/>
        </p:nvGrpSpPr>
        <p:grpSpPr>
          <a:xfrm>
            <a:off x="577763" y="752340"/>
            <a:ext cx="1803119" cy="364647"/>
            <a:chOff x="0" y="-9525"/>
            <a:chExt cx="3826929" cy="498898"/>
          </a:xfrm>
        </p:grpSpPr>
        <p:sp>
          <p:nvSpPr>
            <p:cNvPr id="421" name="Freeform 106">
              <a:extLst>
                <a:ext uri="{FF2B5EF4-FFF2-40B4-BE49-F238E27FC236}">
                  <a16:creationId xmlns:a16="http://schemas.microsoft.com/office/drawing/2014/main" id="{F2F1EDC7-D974-40A0-1B8B-8E1D370589FB}"/>
                </a:ext>
              </a:extLst>
            </p:cNvPr>
            <p:cNvSpPr/>
            <p:nvPr/>
          </p:nvSpPr>
          <p:spPr>
            <a:xfrm>
              <a:off x="0" y="0"/>
              <a:ext cx="3826891" cy="489335"/>
            </a:xfrm>
            <a:custGeom>
              <a:avLst/>
              <a:gdLst/>
              <a:ahLst/>
              <a:cxnLst/>
              <a:rect l="l" t="t" r="r" b="b"/>
              <a:pathLst>
                <a:path w="3826891" h="489335">
                  <a:moveTo>
                    <a:pt x="81534" y="0"/>
                  </a:moveTo>
                  <a:lnTo>
                    <a:pt x="3745357" y="0"/>
                  </a:lnTo>
                  <a:cubicBezTo>
                    <a:pt x="3790442" y="0"/>
                    <a:pt x="3826891" y="36576"/>
                    <a:pt x="3826891" y="81535"/>
                  </a:cubicBezTo>
                  <a:lnTo>
                    <a:pt x="3826891" y="489335"/>
                  </a:lnTo>
                  <a:lnTo>
                    <a:pt x="0" y="489335"/>
                  </a:lnTo>
                  <a:lnTo>
                    <a:pt x="0" y="81535"/>
                  </a:lnTo>
                  <a:cubicBezTo>
                    <a:pt x="0" y="36576"/>
                    <a:pt x="36576" y="0"/>
                    <a:pt x="81534" y="0"/>
                  </a:cubicBezTo>
                  <a:close/>
                </a:path>
              </a:pathLst>
            </a:custGeom>
            <a:solidFill>
              <a:srgbClr val="0C2D4C"/>
            </a:solidFill>
            <a:ln w="12700"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2" name="TextBox 107">
              <a:extLst>
                <a:ext uri="{FF2B5EF4-FFF2-40B4-BE49-F238E27FC236}">
                  <a16:creationId xmlns:a16="http://schemas.microsoft.com/office/drawing/2014/main" id="{78910F9C-D44D-8674-89D6-8BDF6884D4B9}"/>
                </a:ext>
              </a:extLst>
            </p:cNvPr>
            <p:cNvSpPr txBox="1"/>
            <p:nvPr/>
          </p:nvSpPr>
          <p:spPr>
            <a:xfrm>
              <a:off x="0" y="-9525"/>
              <a:ext cx="3826929" cy="498898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49"/>
                </a:lnSpc>
              </a:pPr>
              <a:r>
                <a:rPr lang="en-US" sz="1124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DEFEITO</a:t>
              </a:r>
            </a:p>
          </p:txBody>
        </p:sp>
      </p:grpSp>
      <p:grpSp>
        <p:nvGrpSpPr>
          <p:cNvPr id="3" name="Group 108">
            <a:extLst>
              <a:ext uri="{FF2B5EF4-FFF2-40B4-BE49-F238E27FC236}">
                <a16:creationId xmlns:a16="http://schemas.microsoft.com/office/drawing/2014/main" id="{27EC83D6-2E6A-6C88-6E88-DC348869B197}"/>
              </a:ext>
            </a:extLst>
          </p:cNvPr>
          <p:cNvGrpSpPr/>
          <p:nvPr/>
        </p:nvGrpSpPr>
        <p:grpSpPr>
          <a:xfrm>
            <a:off x="2380882" y="760274"/>
            <a:ext cx="808035" cy="369408"/>
            <a:chOff x="0" y="-9525"/>
            <a:chExt cx="1077379" cy="492544"/>
          </a:xfrm>
        </p:grpSpPr>
        <p:sp>
          <p:nvSpPr>
            <p:cNvPr id="419" name="Freeform 109">
              <a:extLst>
                <a:ext uri="{FF2B5EF4-FFF2-40B4-BE49-F238E27FC236}">
                  <a16:creationId xmlns:a16="http://schemas.microsoft.com/office/drawing/2014/main" id="{700D5ABE-D269-EBC1-C8B0-F530BB06D9FC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80518" y="0"/>
                  </a:moveTo>
                  <a:lnTo>
                    <a:pt x="996823" y="0"/>
                  </a:lnTo>
                  <a:cubicBezTo>
                    <a:pt x="1041273" y="0"/>
                    <a:pt x="1077341" y="36068"/>
                    <a:pt x="1077341" y="80518"/>
                  </a:cubicBezTo>
                  <a:lnTo>
                    <a:pt x="1077341" y="482981"/>
                  </a:lnTo>
                  <a:lnTo>
                    <a:pt x="0" y="482981"/>
                  </a:lnTo>
                  <a:lnTo>
                    <a:pt x="0" y="80518"/>
                  </a:lnTo>
                  <a:cubicBezTo>
                    <a:pt x="0" y="36068"/>
                    <a:pt x="36068" y="0"/>
                    <a:pt x="80518" y="0"/>
                  </a:cubicBezTo>
                  <a:close/>
                </a:path>
              </a:pathLst>
            </a:custGeom>
            <a:solidFill>
              <a:srgbClr val="D62828"/>
            </a:solidFill>
            <a:ln w="7938"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0" name="TextBox 110">
              <a:extLst>
                <a:ext uri="{FF2B5EF4-FFF2-40B4-BE49-F238E27FC236}">
                  <a16:creationId xmlns:a16="http://schemas.microsoft.com/office/drawing/2014/main" id="{C01E50C9-EE5C-61EC-46E7-619CD65341AD}"/>
                </a:ext>
              </a:extLst>
            </p:cNvPr>
            <p:cNvSpPr txBox="1"/>
            <p:nvPr/>
          </p:nvSpPr>
          <p:spPr>
            <a:xfrm>
              <a:off x="0" y="-9525"/>
              <a:ext cx="1077379" cy="492544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499"/>
                </a:lnSpc>
              </a:pPr>
              <a:r>
                <a:rPr lang="en-US" sz="1249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5" name="Group 114">
            <a:extLst>
              <a:ext uri="{FF2B5EF4-FFF2-40B4-BE49-F238E27FC236}">
                <a16:creationId xmlns:a16="http://schemas.microsoft.com/office/drawing/2014/main" id="{D02B09A9-DD51-8AF2-3DF4-4F4552A5482C}"/>
              </a:ext>
            </a:extLst>
          </p:cNvPr>
          <p:cNvGrpSpPr/>
          <p:nvPr/>
        </p:nvGrpSpPr>
        <p:grpSpPr>
          <a:xfrm>
            <a:off x="5073186" y="754728"/>
            <a:ext cx="808035" cy="369408"/>
            <a:chOff x="0" y="-9525"/>
            <a:chExt cx="1077379" cy="492544"/>
          </a:xfrm>
        </p:grpSpPr>
        <p:sp>
          <p:nvSpPr>
            <p:cNvPr id="415" name="Freeform 115">
              <a:extLst>
                <a:ext uri="{FF2B5EF4-FFF2-40B4-BE49-F238E27FC236}">
                  <a16:creationId xmlns:a16="http://schemas.microsoft.com/office/drawing/2014/main" id="{2C49E179-F415-1FDC-6DA6-8B12BDD5C3D4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80518" y="0"/>
                  </a:moveTo>
                  <a:lnTo>
                    <a:pt x="996823" y="0"/>
                  </a:lnTo>
                  <a:cubicBezTo>
                    <a:pt x="1041273" y="0"/>
                    <a:pt x="1077341" y="36068"/>
                    <a:pt x="1077341" y="80518"/>
                  </a:cubicBezTo>
                  <a:lnTo>
                    <a:pt x="1077341" y="482981"/>
                  </a:lnTo>
                  <a:lnTo>
                    <a:pt x="0" y="482981"/>
                  </a:lnTo>
                  <a:lnTo>
                    <a:pt x="0" y="80518"/>
                  </a:lnTo>
                  <a:cubicBezTo>
                    <a:pt x="0" y="36068"/>
                    <a:pt x="36068" y="0"/>
                    <a:pt x="80518" y="0"/>
                  </a:cubicBezTo>
                  <a:close/>
                </a:path>
              </a:pathLst>
            </a:custGeom>
            <a:solidFill>
              <a:srgbClr val="F4C430"/>
            </a:solidFill>
            <a:ln w="7938"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6" name="TextBox 116">
              <a:extLst>
                <a:ext uri="{FF2B5EF4-FFF2-40B4-BE49-F238E27FC236}">
                  <a16:creationId xmlns:a16="http://schemas.microsoft.com/office/drawing/2014/main" id="{13BB978D-376C-36BE-5C56-38294370C639}"/>
                </a:ext>
              </a:extLst>
            </p:cNvPr>
            <p:cNvSpPr txBox="1"/>
            <p:nvPr/>
          </p:nvSpPr>
          <p:spPr>
            <a:xfrm>
              <a:off x="0" y="-9525"/>
              <a:ext cx="1077379" cy="492544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499"/>
                </a:lnSpc>
              </a:pPr>
              <a:r>
                <a:rPr lang="en-US" sz="1249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7" name="Group 120">
            <a:extLst>
              <a:ext uri="{FF2B5EF4-FFF2-40B4-BE49-F238E27FC236}">
                <a16:creationId xmlns:a16="http://schemas.microsoft.com/office/drawing/2014/main" id="{5FF23EF9-5CCE-4BC5-C005-01F8DA7DD25D}"/>
              </a:ext>
            </a:extLst>
          </p:cNvPr>
          <p:cNvGrpSpPr/>
          <p:nvPr/>
        </p:nvGrpSpPr>
        <p:grpSpPr>
          <a:xfrm>
            <a:off x="7867585" y="786229"/>
            <a:ext cx="808035" cy="369408"/>
            <a:chOff x="0" y="-9525"/>
            <a:chExt cx="1077379" cy="492544"/>
          </a:xfrm>
        </p:grpSpPr>
        <p:sp>
          <p:nvSpPr>
            <p:cNvPr id="411" name="Freeform 121">
              <a:extLst>
                <a:ext uri="{FF2B5EF4-FFF2-40B4-BE49-F238E27FC236}">
                  <a16:creationId xmlns:a16="http://schemas.microsoft.com/office/drawing/2014/main" id="{E63E8DC7-D150-48D1-A3FC-D92CAC882ED1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80518" y="0"/>
                  </a:moveTo>
                  <a:lnTo>
                    <a:pt x="996823" y="0"/>
                  </a:lnTo>
                  <a:cubicBezTo>
                    <a:pt x="1041273" y="0"/>
                    <a:pt x="1077341" y="36068"/>
                    <a:pt x="1077341" y="80518"/>
                  </a:cubicBezTo>
                  <a:lnTo>
                    <a:pt x="1077341" y="482981"/>
                  </a:lnTo>
                  <a:lnTo>
                    <a:pt x="0" y="482981"/>
                  </a:lnTo>
                  <a:lnTo>
                    <a:pt x="0" y="80518"/>
                  </a:lnTo>
                  <a:cubicBezTo>
                    <a:pt x="0" y="36068"/>
                    <a:pt x="36068" y="0"/>
                    <a:pt x="80518" y="0"/>
                  </a:cubicBezTo>
                  <a:close/>
                </a:path>
              </a:pathLst>
            </a:custGeom>
            <a:solidFill>
              <a:srgbClr val="1C5080"/>
            </a:solidFill>
            <a:ln w="7938"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2" name="TextBox 122">
              <a:extLst>
                <a:ext uri="{FF2B5EF4-FFF2-40B4-BE49-F238E27FC236}">
                  <a16:creationId xmlns:a16="http://schemas.microsoft.com/office/drawing/2014/main" id="{83276FA8-4D6F-781F-BD02-C8BCCE571E41}"/>
                </a:ext>
              </a:extLst>
            </p:cNvPr>
            <p:cNvSpPr txBox="1"/>
            <p:nvPr/>
          </p:nvSpPr>
          <p:spPr>
            <a:xfrm>
              <a:off x="0" y="-9525"/>
              <a:ext cx="1077379" cy="492544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499"/>
                </a:lnSpc>
              </a:pPr>
              <a:r>
                <a:rPr lang="en-US" sz="124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8" name="Group 123">
            <a:extLst>
              <a:ext uri="{FF2B5EF4-FFF2-40B4-BE49-F238E27FC236}">
                <a16:creationId xmlns:a16="http://schemas.microsoft.com/office/drawing/2014/main" id="{185CDEEB-DE1B-89ED-3171-F6AEAADA022D}"/>
              </a:ext>
            </a:extLst>
          </p:cNvPr>
          <p:cNvGrpSpPr/>
          <p:nvPr/>
        </p:nvGrpSpPr>
        <p:grpSpPr>
          <a:xfrm>
            <a:off x="10748990" y="811079"/>
            <a:ext cx="812796" cy="374170"/>
            <a:chOff x="0" y="-9525"/>
            <a:chExt cx="1083729" cy="498894"/>
          </a:xfrm>
        </p:grpSpPr>
        <p:sp>
          <p:nvSpPr>
            <p:cNvPr id="409" name="Freeform 124">
              <a:extLst>
                <a:ext uri="{FF2B5EF4-FFF2-40B4-BE49-F238E27FC236}">
                  <a16:creationId xmlns:a16="http://schemas.microsoft.com/office/drawing/2014/main" id="{DAE88F55-497F-6A06-C73C-081096175894}"/>
                </a:ext>
              </a:extLst>
            </p:cNvPr>
            <p:cNvSpPr/>
            <p:nvPr/>
          </p:nvSpPr>
          <p:spPr>
            <a:xfrm>
              <a:off x="0" y="0"/>
              <a:ext cx="1083691" cy="489331"/>
            </a:xfrm>
            <a:custGeom>
              <a:avLst/>
              <a:gdLst/>
              <a:ahLst/>
              <a:cxnLst/>
              <a:rect l="l" t="t" r="r" b="b"/>
              <a:pathLst>
                <a:path w="1083691" h="489331">
                  <a:moveTo>
                    <a:pt x="81534" y="0"/>
                  </a:moveTo>
                  <a:lnTo>
                    <a:pt x="1002157" y="0"/>
                  </a:lnTo>
                  <a:cubicBezTo>
                    <a:pt x="1047242" y="0"/>
                    <a:pt x="1083691" y="36576"/>
                    <a:pt x="1083691" y="81534"/>
                  </a:cubicBezTo>
                  <a:lnTo>
                    <a:pt x="1083691" y="489331"/>
                  </a:lnTo>
                  <a:lnTo>
                    <a:pt x="0" y="489331"/>
                  </a:lnTo>
                  <a:lnTo>
                    <a:pt x="0" y="81534"/>
                  </a:lnTo>
                  <a:cubicBezTo>
                    <a:pt x="0" y="36576"/>
                    <a:pt x="36576" y="0"/>
                    <a:pt x="81534" y="0"/>
                  </a:cubicBezTo>
                  <a:close/>
                </a:path>
              </a:pathLst>
            </a:custGeom>
            <a:solidFill>
              <a:srgbClr val="616F7C"/>
            </a:solidFill>
            <a:ln w="12700"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0" name="TextBox 125">
              <a:extLst>
                <a:ext uri="{FF2B5EF4-FFF2-40B4-BE49-F238E27FC236}">
                  <a16:creationId xmlns:a16="http://schemas.microsoft.com/office/drawing/2014/main" id="{B6E60D15-C1A4-D807-DB55-26BAD61D04F2}"/>
                </a:ext>
              </a:extLst>
            </p:cNvPr>
            <p:cNvSpPr txBox="1"/>
            <p:nvPr/>
          </p:nvSpPr>
          <p:spPr>
            <a:xfrm>
              <a:off x="0" y="-9525"/>
              <a:ext cx="1083729" cy="498894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499"/>
                </a:lnSpc>
              </a:pPr>
              <a:r>
                <a:rPr lang="en-US" sz="124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9" name="Group 126">
            <a:extLst>
              <a:ext uri="{FF2B5EF4-FFF2-40B4-BE49-F238E27FC236}">
                <a16:creationId xmlns:a16="http://schemas.microsoft.com/office/drawing/2014/main" id="{DE2FF57D-7C94-C749-F144-107DB0C91FB3}"/>
              </a:ext>
            </a:extLst>
          </p:cNvPr>
          <p:cNvGrpSpPr/>
          <p:nvPr/>
        </p:nvGrpSpPr>
        <p:grpSpPr>
          <a:xfrm>
            <a:off x="580145" y="1108931"/>
            <a:ext cx="1800128" cy="360006"/>
            <a:chOff x="0" y="-9525"/>
            <a:chExt cx="3820579" cy="492548"/>
          </a:xfrm>
        </p:grpSpPr>
        <p:sp>
          <p:nvSpPr>
            <p:cNvPr id="407" name="Freeform 127">
              <a:extLst>
                <a:ext uri="{FF2B5EF4-FFF2-40B4-BE49-F238E27FC236}">
                  <a16:creationId xmlns:a16="http://schemas.microsoft.com/office/drawing/2014/main" id="{393C8E08-6EC3-5FDB-975A-F2EB08AE4A1A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8" name="TextBox 128">
              <a:extLst>
                <a:ext uri="{FF2B5EF4-FFF2-40B4-BE49-F238E27FC236}">
                  <a16:creationId xmlns:a16="http://schemas.microsoft.com/office/drawing/2014/main" id="{21383D66-1BAD-CAC1-F0D1-CB66DF287366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Escorrido de Tinta</a:t>
              </a:r>
            </a:p>
          </p:txBody>
        </p:sp>
      </p:grpSp>
      <p:grpSp>
        <p:nvGrpSpPr>
          <p:cNvPr id="10" name="Group 129">
            <a:extLst>
              <a:ext uri="{FF2B5EF4-FFF2-40B4-BE49-F238E27FC236}">
                <a16:creationId xmlns:a16="http://schemas.microsoft.com/office/drawing/2014/main" id="{3D4509B6-FD86-2BC9-F54A-70FA1311BA1D}"/>
              </a:ext>
            </a:extLst>
          </p:cNvPr>
          <p:cNvGrpSpPr/>
          <p:nvPr/>
        </p:nvGrpSpPr>
        <p:grpSpPr>
          <a:xfrm>
            <a:off x="2380882" y="1121748"/>
            <a:ext cx="808006" cy="362236"/>
            <a:chOff x="0" y="0"/>
            <a:chExt cx="1077341" cy="482981"/>
          </a:xfrm>
        </p:grpSpPr>
        <p:sp>
          <p:nvSpPr>
            <p:cNvPr id="406" name="Freeform 130">
              <a:extLst>
                <a:ext uri="{FF2B5EF4-FFF2-40B4-BE49-F238E27FC236}">
                  <a16:creationId xmlns:a16="http://schemas.microsoft.com/office/drawing/2014/main" id="{D64B0183-B949-872E-A3A9-ABB080F96290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EBEB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31">
            <a:extLst>
              <a:ext uri="{FF2B5EF4-FFF2-40B4-BE49-F238E27FC236}">
                <a16:creationId xmlns:a16="http://schemas.microsoft.com/office/drawing/2014/main" id="{7EB72C96-2C18-4E61-805B-28E03D6E43BA}"/>
              </a:ext>
            </a:extLst>
          </p:cNvPr>
          <p:cNvGrpSpPr/>
          <p:nvPr/>
        </p:nvGrpSpPr>
        <p:grpSpPr>
          <a:xfrm>
            <a:off x="2664889" y="1161438"/>
            <a:ext cx="240030" cy="261461"/>
            <a:chOff x="0" y="-28575"/>
            <a:chExt cx="320040" cy="348615"/>
          </a:xfrm>
        </p:grpSpPr>
        <p:sp>
          <p:nvSpPr>
            <p:cNvPr id="404" name="Freeform 132">
              <a:extLst>
                <a:ext uri="{FF2B5EF4-FFF2-40B4-BE49-F238E27FC236}">
                  <a16:creationId xmlns:a16="http://schemas.microsoft.com/office/drawing/2014/main" id="{BBC3191F-ACD3-D5CE-883D-B5C34AE6A7CE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D6282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05" name="TextBox 133">
              <a:extLst>
                <a:ext uri="{FF2B5EF4-FFF2-40B4-BE49-F238E27FC236}">
                  <a16:creationId xmlns:a16="http://schemas.microsoft.com/office/drawing/2014/main" id="{7C3816C5-731E-907B-D9EC-234915F550F0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14" name="Group 139">
            <a:extLst>
              <a:ext uri="{FF2B5EF4-FFF2-40B4-BE49-F238E27FC236}">
                <a16:creationId xmlns:a16="http://schemas.microsoft.com/office/drawing/2014/main" id="{7F20A13F-08FF-A650-ABF7-B70D4D055C71}"/>
              </a:ext>
            </a:extLst>
          </p:cNvPr>
          <p:cNvGrpSpPr/>
          <p:nvPr/>
        </p:nvGrpSpPr>
        <p:grpSpPr>
          <a:xfrm>
            <a:off x="5073186" y="1116202"/>
            <a:ext cx="808006" cy="362236"/>
            <a:chOff x="0" y="0"/>
            <a:chExt cx="1077341" cy="482981"/>
          </a:xfrm>
        </p:grpSpPr>
        <p:sp>
          <p:nvSpPr>
            <p:cNvPr id="400" name="Freeform 140">
              <a:extLst>
                <a:ext uri="{FF2B5EF4-FFF2-40B4-BE49-F238E27FC236}">
                  <a16:creationId xmlns:a16="http://schemas.microsoft.com/office/drawing/2014/main" id="{CEE0BB1D-B1BD-123C-21D6-981A82F4636B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41">
            <a:extLst>
              <a:ext uri="{FF2B5EF4-FFF2-40B4-BE49-F238E27FC236}">
                <a16:creationId xmlns:a16="http://schemas.microsoft.com/office/drawing/2014/main" id="{AA9F002C-DD2B-E6A8-3C37-506872BDDABD}"/>
              </a:ext>
            </a:extLst>
          </p:cNvPr>
          <p:cNvGrpSpPr/>
          <p:nvPr/>
        </p:nvGrpSpPr>
        <p:grpSpPr>
          <a:xfrm>
            <a:off x="5357193" y="1163035"/>
            <a:ext cx="240030" cy="254318"/>
            <a:chOff x="0" y="-19050"/>
            <a:chExt cx="320040" cy="339090"/>
          </a:xfrm>
        </p:grpSpPr>
        <p:sp>
          <p:nvSpPr>
            <p:cNvPr id="398" name="Freeform 142">
              <a:extLst>
                <a:ext uri="{FF2B5EF4-FFF2-40B4-BE49-F238E27FC236}">
                  <a16:creationId xmlns:a16="http://schemas.microsoft.com/office/drawing/2014/main" id="{4B2E2056-7CF3-0387-6D25-6788A54F910E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99" name="TextBox 143">
              <a:extLst>
                <a:ext uri="{FF2B5EF4-FFF2-40B4-BE49-F238E27FC236}">
                  <a16:creationId xmlns:a16="http://schemas.microsoft.com/office/drawing/2014/main" id="{4BFADCDB-A561-740C-0911-BC3C7CBB62EE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18" name="Group 149">
            <a:extLst>
              <a:ext uri="{FF2B5EF4-FFF2-40B4-BE49-F238E27FC236}">
                <a16:creationId xmlns:a16="http://schemas.microsoft.com/office/drawing/2014/main" id="{B48846F4-2A22-29D8-CF63-7E720856AB4E}"/>
              </a:ext>
            </a:extLst>
          </p:cNvPr>
          <p:cNvGrpSpPr/>
          <p:nvPr/>
        </p:nvGrpSpPr>
        <p:grpSpPr>
          <a:xfrm>
            <a:off x="7867585" y="1147703"/>
            <a:ext cx="808006" cy="362236"/>
            <a:chOff x="0" y="0"/>
            <a:chExt cx="1077341" cy="482981"/>
          </a:xfrm>
        </p:grpSpPr>
        <p:sp>
          <p:nvSpPr>
            <p:cNvPr id="394" name="Freeform 150">
              <a:extLst>
                <a:ext uri="{FF2B5EF4-FFF2-40B4-BE49-F238E27FC236}">
                  <a16:creationId xmlns:a16="http://schemas.microsoft.com/office/drawing/2014/main" id="{F1F26B41-0085-9AAA-AD0C-D6A80EC6193D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51">
            <a:extLst>
              <a:ext uri="{FF2B5EF4-FFF2-40B4-BE49-F238E27FC236}">
                <a16:creationId xmlns:a16="http://schemas.microsoft.com/office/drawing/2014/main" id="{BD2C3485-0283-276A-6B8F-BD4B97573D9D}"/>
              </a:ext>
            </a:extLst>
          </p:cNvPr>
          <p:cNvGrpSpPr/>
          <p:nvPr/>
        </p:nvGrpSpPr>
        <p:grpSpPr>
          <a:xfrm>
            <a:off x="8151592" y="1194536"/>
            <a:ext cx="240030" cy="254318"/>
            <a:chOff x="0" y="-19050"/>
            <a:chExt cx="320040" cy="339090"/>
          </a:xfrm>
        </p:grpSpPr>
        <p:sp>
          <p:nvSpPr>
            <p:cNvPr id="392" name="Freeform 152">
              <a:extLst>
                <a:ext uri="{FF2B5EF4-FFF2-40B4-BE49-F238E27FC236}">
                  <a16:creationId xmlns:a16="http://schemas.microsoft.com/office/drawing/2014/main" id="{02D4D472-718E-9B2E-6111-177166C6A9EB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93" name="TextBox 153">
              <a:extLst>
                <a:ext uri="{FF2B5EF4-FFF2-40B4-BE49-F238E27FC236}">
                  <a16:creationId xmlns:a16="http://schemas.microsoft.com/office/drawing/2014/main" id="{B9B11A13-82BC-F75A-A633-DF1809AE1D33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20" name="Group 154">
            <a:extLst>
              <a:ext uri="{FF2B5EF4-FFF2-40B4-BE49-F238E27FC236}">
                <a16:creationId xmlns:a16="http://schemas.microsoft.com/office/drawing/2014/main" id="{3E6F7A09-B14B-848C-43E9-AD8132584B22}"/>
              </a:ext>
            </a:extLst>
          </p:cNvPr>
          <p:cNvGrpSpPr/>
          <p:nvPr/>
        </p:nvGrpSpPr>
        <p:grpSpPr>
          <a:xfrm>
            <a:off x="10751371" y="1174935"/>
            <a:ext cx="808006" cy="362236"/>
            <a:chOff x="0" y="0"/>
            <a:chExt cx="1077341" cy="482981"/>
          </a:xfrm>
        </p:grpSpPr>
        <p:sp>
          <p:nvSpPr>
            <p:cNvPr id="391" name="Freeform 155">
              <a:extLst>
                <a:ext uri="{FF2B5EF4-FFF2-40B4-BE49-F238E27FC236}">
                  <a16:creationId xmlns:a16="http://schemas.microsoft.com/office/drawing/2014/main" id="{27774D8C-4035-BBA9-539D-7F6B6C7AD4F7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E8F7ED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156">
            <a:extLst>
              <a:ext uri="{FF2B5EF4-FFF2-40B4-BE49-F238E27FC236}">
                <a16:creationId xmlns:a16="http://schemas.microsoft.com/office/drawing/2014/main" id="{BA8BD5BE-365E-D19D-63C8-D123CDF90797}"/>
              </a:ext>
            </a:extLst>
          </p:cNvPr>
          <p:cNvGrpSpPr/>
          <p:nvPr/>
        </p:nvGrpSpPr>
        <p:grpSpPr>
          <a:xfrm>
            <a:off x="11035378" y="1214625"/>
            <a:ext cx="240030" cy="261461"/>
            <a:chOff x="0" y="-28575"/>
            <a:chExt cx="320040" cy="348615"/>
          </a:xfrm>
        </p:grpSpPr>
        <p:sp>
          <p:nvSpPr>
            <p:cNvPr id="389" name="Freeform 157">
              <a:extLst>
                <a:ext uri="{FF2B5EF4-FFF2-40B4-BE49-F238E27FC236}">
                  <a16:creationId xmlns:a16="http://schemas.microsoft.com/office/drawing/2014/main" id="{6A702D3D-A076-F8FB-D45F-315DF01775C5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2F8F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90" name="TextBox 158">
              <a:extLst>
                <a:ext uri="{FF2B5EF4-FFF2-40B4-BE49-F238E27FC236}">
                  <a16:creationId xmlns:a16="http://schemas.microsoft.com/office/drawing/2014/main" id="{1E9F18A5-0F14-487F-C642-B2C24CA1F168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22" name="Group 159">
            <a:extLst>
              <a:ext uri="{FF2B5EF4-FFF2-40B4-BE49-F238E27FC236}">
                <a16:creationId xmlns:a16="http://schemas.microsoft.com/office/drawing/2014/main" id="{520F971A-18FF-8574-1859-8D882F3877F5}"/>
              </a:ext>
            </a:extLst>
          </p:cNvPr>
          <p:cNvGrpSpPr/>
          <p:nvPr/>
        </p:nvGrpSpPr>
        <p:grpSpPr>
          <a:xfrm>
            <a:off x="580145" y="1463261"/>
            <a:ext cx="1800128" cy="360006"/>
            <a:chOff x="0" y="-9525"/>
            <a:chExt cx="3820579" cy="492548"/>
          </a:xfrm>
        </p:grpSpPr>
        <p:sp>
          <p:nvSpPr>
            <p:cNvPr id="387" name="Freeform 160">
              <a:extLst>
                <a:ext uri="{FF2B5EF4-FFF2-40B4-BE49-F238E27FC236}">
                  <a16:creationId xmlns:a16="http://schemas.microsoft.com/office/drawing/2014/main" id="{093951A1-EE41-15DF-B797-356CA3BDB4E0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8" name="TextBox 161">
              <a:extLst>
                <a:ext uri="{FF2B5EF4-FFF2-40B4-BE49-F238E27FC236}">
                  <a16:creationId xmlns:a16="http://schemas.microsoft.com/office/drawing/2014/main" id="{C877A7C7-751D-7DC0-28E5-E6F504433E8C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Sujeira</a:t>
              </a:r>
            </a:p>
          </p:txBody>
        </p:sp>
      </p:grpSp>
      <p:grpSp>
        <p:nvGrpSpPr>
          <p:cNvPr id="23" name="Group 162">
            <a:extLst>
              <a:ext uri="{FF2B5EF4-FFF2-40B4-BE49-F238E27FC236}">
                <a16:creationId xmlns:a16="http://schemas.microsoft.com/office/drawing/2014/main" id="{47D7A222-52A7-15BA-1285-9DDBF3AD479B}"/>
              </a:ext>
            </a:extLst>
          </p:cNvPr>
          <p:cNvGrpSpPr/>
          <p:nvPr/>
        </p:nvGrpSpPr>
        <p:grpSpPr>
          <a:xfrm>
            <a:off x="2380882" y="1476078"/>
            <a:ext cx="808006" cy="362236"/>
            <a:chOff x="0" y="0"/>
            <a:chExt cx="1077341" cy="482981"/>
          </a:xfrm>
        </p:grpSpPr>
        <p:sp>
          <p:nvSpPr>
            <p:cNvPr id="386" name="Freeform 163">
              <a:extLst>
                <a:ext uri="{FF2B5EF4-FFF2-40B4-BE49-F238E27FC236}">
                  <a16:creationId xmlns:a16="http://schemas.microsoft.com/office/drawing/2014/main" id="{DFBF7B4C-9703-6223-BA5A-16F2B7B35F24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EBEB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4" name="Group 164">
            <a:extLst>
              <a:ext uri="{FF2B5EF4-FFF2-40B4-BE49-F238E27FC236}">
                <a16:creationId xmlns:a16="http://schemas.microsoft.com/office/drawing/2014/main" id="{5D9E9C4B-167F-3321-61CA-B77352B5F327}"/>
              </a:ext>
            </a:extLst>
          </p:cNvPr>
          <p:cNvGrpSpPr/>
          <p:nvPr/>
        </p:nvGrpSpPr>
        <p:grpSpPr>
          <a:xfrm>
            <a:off x="2664889" y="1515768"/>
            <a:ext cx="240030" cy="261461"/>
            <a:chOff x="0" y="-28575"/>
            <a:chExt cx="320040" cy="348615"/>
          </a:xfrm>
        </p:grpSpPr>
        <p:sp>
          <p:nvSpPr>
            <p:cNvPr id="384" name="Freeform 165">
              <a:extLst>
                <a:ext uri="{FF2B5EF4-FFF2-40B4-BE49-F238E27FC236}">
                  <a16:creationId xmlns:a16="http://schemas.microsoft.com/office/drawing/2014/main" id="{F26D839C-ED50-025A-1036-95E036F23E1C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D6282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85" name="TextBox 166">
              <a:extLst>
                <a:ext uri="{FF2B5EF4-FFF2-40B4-BE49-F238E27FC236}">
                  <a16:creationId xmlns:a16="http://schemas.microsoft.com/office/drawing/2014/main" id="{17922AC4-15BA-E878-1221-28032B141357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27" name="Group 172">
            <a:extLst>
              <a:ext uri="{FF2B5EF4-FFF2-40B4-BE49-F238E27FC236}">
                <a16:creationId xmlns:a16="http://schemas.microsoft.com/office/drawing/2014/main" id="{F78AE8DD-F5CD-D313-3288-FD09055EE4C5}"/>
              </a:ext>
            </a:extLst>
          </p:cNvPr>
          <p:cNvGrpSpPr/>
          <p:nvPr/>
        </p:nvGrpSpPr>
        <p:grpSpPr>
          <a:xfrm>
            <a:off x="5073186" y="1470532"/>
            <a:ext cx="808006" cy="362236"/>
            <a:chOff x="0" y="0"/>
            <a:chExt cx="1077341" cy="482981"/>
          </a:xfrm>
        </p:grpSpPr>
        <p:sp>
          <p:nvSpPr>
            <p:cNvPr id="380" name="Freeform 173">
              <a:extLst>
                <a:ext uri="{FF2B5EF4-FFF2-40B4-BE49-F238E27FC236}">
                  <a16:creationId xmlns:a16="http://schemas.microsoft.com/office/drawing/2014/main" id="{C0C1BABA-693D-F2D7-9FB8-7E603E1F6900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8" name="Group 174">
            <a:extLst>
              <a:ext uri="{FF2B5EF4-FFF2-40B4-BE49-F238E27FC236}">
                <a16:creationId xmlns:a16="http://schemas.microsoft.com/office/drawing/2014/main" id="{F821F79E-6C2B-C274-E2C7-C6CADC2573A4}"/>
              </a:ext>
            </a:extLst>
          </p:cNvPr>
          <p:cNvGrpSpPr/>
          <p:nvPr/>
        </p:nvGrpSpPr>
        <p:grpSpPr>
          <a:xfrm>
            <a:off x="5357193" y="1517365"/>
            <a:ext cx="240030" cy="254318"/>
            <a:chOff x="0" y="-19050"/>
            <a:chExt cx="320040" cy="339090"/>
          </a:xfrm>
        </p:grpSpPr>
        <p:sp>
          <p:nvSpPr>
            <p:cNvPr id="378" name="Freeform 175">
              <a:extLst>
                <a:ext uri="{FF2B5EF4-FFF2-40B4-BE49-F238E27FC236}">
                  <a16:creationId xmlns:a16="http://schemas.microsoft.com/office/drawing/2014/main" id="{7847A0F6-13C5-970C-F80D-DF7118868363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79" name="TextBox 176">
              <a:extLst>
                <a:ext uri="{FF2B5EF4-FFF2-40B4-BE49-F238E27FC236}">
                  <a16:creationId xmlns:a16="http://schemas.microsoft.com/office/drawing/2014/main" id="{345F01B0-EB32-2EE5-70AE-D94BCC7D65D1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31" name="Group 182">
            <a:extLst>
              <a:ext uri="{FF2B5EF4-FFF2-40B4-BE49-F238E27FC236}">
                <a16:creationId xmlns:a16="http://schemas.microsoft.com/office/drawing/2014/main" id="{4C4C3190-EFC7-B581-A413-77156E76529C}"/>
              </a:ext>
            </a:extLst>
          </p:cNvPr>
          <p:cNvGrpSpPr/>
          <p:nvPr/>
        </p:nvGrpSpPr>
        <p:grpSpPr>
          <a:xfrm>
            <a:off x="7867585" y="1502033"/>
            <a:ext cx="808006" cy="362236"/>
            <a:chOff x="0" y="0"/>
            <a:chExt cx="1077341" cy="482981"/>
          </a:xfrm>
        </p:grpSpPr>
        <p:sp>
          <p:nvSpPr>
            <p:cNvPr id="374" name="Freeform 183">
              <a:extLst>
                <a:ext uri="{FF2B5EF4-FFF2-40B4-BE49-F238E27FC236}">
                  <a16:creationId xmlns:a16="http://schemas.microsoft.com/office/drawing/2014/main" id="{22E6E140-229E-D8FB-D96C-710E9C003A06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E8F7ED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2" name="Group 184">
            <a:extLst>
              <a:ext uri="{FF2B5EF4-FFF2-40B4-BE49-F238E27FC236}">
                <a16:creationId xmlns:a16="http://schemas.microsoft.com/office/drawing/2014/main" id="{33B7AC60-DE35-B262-50B3-A148AB07F8EC}"/>
              </a:ext>
            </a:extLst>
          </p:cNvPr>
          <p:cNvGrpSpPr/>
          <p:nvPr/>
        </p:nvGrpSpPr>
        <p:grpSpPr>
          <a:xfrm>
            <a:off x="8151592" y="1541723"/>
            <a:ext cx="240030" cy="261461"/>
            <a:chOff x="0" y="-28575"/>
            <a:chExt cx="320040" cy="348615"/>
          </a:xfrm>
        </p:grpSpPr>
        <p:sp>
          <p:nvSpPr>
            <p:cNvPr id="372" name="Freeform 185">
              <a:extLst>
                <a:ext uri="{FF2B5EF4-FFF2-40B4-BE49-F238E27FC236}">
                  <a16:creationId xmlns:a16="http://schemas.microsoft.com/office/drawing/2014/main" id="{0FD3E955-F5EF-089B-00B8-FF418A4D2883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2F8F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73" name="TextBox 186">
              <a:extLst>
                <a:ext uri="{FF2B5EF4-FFF2-40B4-BE49-F238E27FC236}">
                  <a16:creationId xmlns:a16="http://schemas.microsoft.com/office/drawing/2014/main" id="{6104B544-3A01-2E5A-D9FE-E6595C95223B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33" name="Group 187">
            <a:extLst>
              <a:ext uri="{FF2B5EF4-FFF2-40B4-BE49-F238E27FC236}">
                <a16:creationId xmlns:a16="http://schemas.microsoft.com/office/drawing/2014/main" id="{9EF57BCC-684B-370D-BEC9-D643291661C1}"/>
              </a:ext>
            </a:extLst>
          </p:cNvPr>
          <p:cNvGrpSpPr/>
          <p:nvPr/>
        </p:nvGrpSpPr>
        <p:grpSpPr>
          <a:xfrm>
            <a:off x="10751371" y="1529265"/>
            <a:ext cx="808006" cy="362236"/>
            <a:chOff x="0" y="0"/>
            <a:chExt cx="1077341" cy="482981"/>
          </a:xfrm>
        </p:grpSpPr>
        <p:sp>
          <p:nvSpPr>
            <p:cNvPr id="371" name="Freeform 188">
              <a:extLst>
                <a:ext uri="{FF2B5EF4-FFF2-40B4-BE49-F238E27FC236}">
                  <a16:creationId xmlns:a16="http://schemas.microsoft.com/office/drawing/2014/main" id="{F73FF7DF-05E8-7621-E1C7-FD1790C19842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E8F7ED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4" name="Group 189">
            <a:extLst>
              <a:ext uri="{FF2B5EF4-FFF2-40B4-BE49-F238E27FC236}">
                <a16:creationId xmlns:a16="http://schemas.microsoft.com/office/drawing/2014/main" id="{530F8620-45CD-2202-E592-916E92BFB01B}"/>
              </a:ext>
            </a:extLst>
          </p:cNvPr>
          <p:cNvGrpSpPr/>
          <p:nvPr/>
        </p:nvGrpSpPr>
        <p:grpSpPr>
          <a:xfrm>
            <a:off x="11035378" y="1568955"/>
            <a:ext cx="240030" cy="261461"/>
            <a:chOff x="0" y="-28575"/>
            <a:chExt cx="320040" cy="348615"/>
          </a:xfrm>
        </p:grpSpPr>
        <p:sp>
          <p:nvSpPr>
            <p:cNvPr id="369" name="Freeform 190">
              <a:extLst>
                <a:ext uri="{FF2B5EF4-FFF2-40B4-BE49-F238E27FC236}">
                  <a16:creationId xmlns:a16="http://schemas.microsoft.com/office/drawing/2014/main" id="{5C6B745A-41B9-003B-C9DB-79666C3AB22A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2F8F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70" name="TextBox 191">
              <a:extLst>
                <a:ext uri="{FF2B5EF4-FFF2-40B4-BE49-F238E27FC236}">
                  <a16:creationId xmlns:a16="http://schemas.microsoft.com/office/drawing/2014/main" id="{5DC639E0-B23A-CF01-3A68-092A5231B734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35" name="Group 192">
            <a:extLst>
              <a:ext uri="{FF2B5EF4-FFF2-40B4-BE49-F238E27FC236}">
                <a16:creationId xmlns:a16="http://schemas.microsoft.com/office/drawing/2014/main" id="{BC42E629-AD51-2DF6-50A3-598DDA0D2F9F}"/>
              </a:ext>
            </a:extLst>
          </p:cNvPr>
          <p:cNvGrpSpPr/>
          <p:nvPr/>
        </p:nvGrpSpPr>
        <p:grpSpPr>
          <a:xfrm>
            <a:off x="580145" y="1817591"/>
            <a:ext cx="1800128" cy="360006"/>
            <a:chOff x="0" y="-9525"/>
            <a:chExt cx="3820579" cy="492548"/>
          </a:xfrm>
        </p:grpSpPr>
        <p:sp>
          <p:nvSpPr>
            <p:cNvPr id="367" name="Freeform 193">
              <a:extLst>
                <a:ext uri="{FF2B5EF4-FFF2-40B4-BE49-F238E27FC236}">
                  <a16:creationId xmlns:a16="http://schemas.microsoft.com/office/drawing/2014/main" id="{44F84F25-4E19-6DF3-6CD9-9561117EFD44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8" name="TextBox 194">
              <a:extLst>
                <a:ext uri="{FF2B5EF4-FFF2-40B4-BE49-F238E27FC236}">
                  <a16:creationId xmlns:a16="http://schemas.microsoft.com/office/drawing/2014/main" id="{3F51500D-14F1-0C90-3ADB-3D85043D4495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Casca de laranja</a:t>
              </a:r>
            </a:p>
          </p:txBody>
        </p:sp>
      </p:grpSp>
      <p:grpSp>
        <p:nvGrpSpPr>
          <p:cNvPr id="36" name="Group 195">
            <a:extLst>
              <a:ext uri="{FF2B5EF4-FFF2-40B4-BE49-F238E27FC236}">
                <a16:creationId xmlns:a16="http://schemas.microsoft.com/office/drawing/2014/main" id="{A95FEC4E-2B23-6604-C519-AAAB370FE9F5}"/>
              </a:ext>
            </a:extLst>
          </p:cNvPr>
          <p:cNvGrpSpPr/>
          <p:nvPr/>
        </p:nvGrpSpPr>
        <p:grpSpPr>
          <a:xfrm>
            <a:off x="2380882" y="1830408"/>
            <a:ext cx="808006" cy="362236"/>
            <a:chOff x="0" y="0"/>
            <a:chExt cx="1077341" cy="482981"/>
          </a:xfrm>
        </p:grpSpPr>
        <p:sp>
          <p:nvSpPr>
            <p:cNvPr id="366" name="Freeform 196">
              <a:extLst>
                <a:ext uri="{FF2B5EF4-FFF2-40B4-BE49-F238E27FC236}">
                  <a16:creationId xmlns:a16="http://schemas.microsoft.com/office/drawing/2014/main" id="{4021E3D2-46EB-C3B6-74BD-3C6E6510F283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EBEB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7" name="Group 197">
            <a:extLst>
              <a:ext uri="{FF2B5EF4-FFF2-40B4-BE49-F238E27FC236}">
                <a16:creationId xmlns:a16="http://schemas.microsoft.com/office/drawing/2014/main" id="{E393A51F-07CF-6D63-0130-5E23CF59A2A1}"/>
              </a:ext>
            </a:extLst>
          </p:cNvPr>
          <p:cNvGrpSpPr/>
          <p:nvPr/>
        </p:nvGrpSpPr>
        <p:grpSpPr>
          <a:xfrm>
            <a:off x="2664889" y="1870098"/>
            <a:ext cx="240030" cy="261461"/>
            <a:chOff x="0" y="-28575"/>
            <a:chExt cx="320040" cy="348615"/>
          </a:xfrm>
        </p:grpSpPr>
        <p:sp>
          <p:nvSpPr>
            <p:cNvPr id="364" name="Freeform 198">
              <a:extLst>
                <a:ext uri="{FF2B5EF4-FFF2-40B4-BE49-F238E27FC236}">
                  <a16:creationId xmlns:a16="http://schemas.microsoft.com/office/drawing/2014/main" id="{3556753B-268C-A0E3-7C8D-3BF715B18E0C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D6282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65" name="TextBox 199">
              <a:extLst>
                <a:ext uri="{FF2B5EF4-FFF2-40B4-BE49-F238E27FC236}">
                  <a16:creationId xmlns:a16="http://schemas.microsoft.com/office/drawing/2014/main" id="{CE5E0D6F-6322-25B0-2B29-C8FE7B43357D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40" name="Group 205">
            <a:extLst>
              <a:ext uri="{FF2B5EF4-FFF2-40B4-BE49-F238E27FC236}">
                <a16:creationId xmlns:a16="http://schemas.microsoft.com/office/drawing/2014/main" id="{A5352366-890B-2E5C-090A-91DCAF0264DB}"/>
              </a:ext>
            </a:extLst>
          </p:cNvPr>
          <p:cNvGrpSpPr/>
          <p:nvPr/>
        </p:nvGrpSpPr>
        <p:grpSpPr>
          <a:xfrm>
            <a:off x="5073186" y="1824862"/>
            <a:ext cx="808006" cy="362236"/>
            <a:chOff x="0" y="0"/>
            <a:chExt cx="1077341" cy="482981"/>
          </a:xfrm>
        </p:grpSpPr>
        <p:sp>
          <p:nvSpPr>
            <p:cNvPr id="360" name="Freeform 206">
              <a:extLst>
                <a:ext uri="{FF2B5EF4-FFF2-40B4-BE49-F238E27FC236}">
                  <a16:creationId xmlns:a16="http://schemas.microsoft.com/office/drawing/2014/main" id="{3573259F-B6FA-847F-F3EA-7178CABB5406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1" name="Group 207">
            <a:extLst>
              <a:ext uri="{FF2B5EF4-FFF2-40B4-BE49-F238E27FC236}">
                <a16:creationId xmlns:a16="http://schemas.microsoft.com/office/drawing/2014/main" id="{687787C9-D501-3DF3-9AE4-39AF279672EF}"/>
              </a:ext>
            </a:extLst>
          </p:cNvPr>
          <p:cNvGrpSpPr/>
          <p:nvPr/>
        </p:nvGrpSpPr>
        <p:grpSpPr>
          <a:xfrm>
            <a:off x="5357193" y="1871695"/>
            <a:ext cx="240030" cy="254318"/>
            <a:chOff x="0" y="-19050"/>
            <a:chExt cx="320040" cy="339090"/>
          </a:xfrm>
        </p:grpSpPr>
        <p:sp>
          <p:nvSpPr>
            <p:cNvPr id="358" name="Freeform 208">
              <a:extLst>
                <a:ext uri="{FF2B5EF4-FFF2-40B4-BE49-F238E27FC236}">
                  <a16:creationId xmlns:a16="http://schemas.microsoft.com/office/drawing/2014/main" id="{3BFBD476-4030-DB4F-1FD3-726D736EC9DA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59" name="TextBox 209">
              <a:extLst>
                <a:ext uri="{FF2B5EF4-FFF2-40B4-BE49-F238E27FC236}">
                  <a16:creationId xmlns:a16="http://schemas.microsoft.com/office/drawing/2014/main" id="{8CC2C197-3772-221F-E7FB-E938CB9B527D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44" name="Group 215">
            <a:extLst>
              <a:ext uri="{FF2B5EF4-FFF2-40B4-BE49-F238E27FC236}">
                <a16:creationId xmlns:a16="http://schemas.microsoft.com/office/drawing/2014/main" id="{097513D2-472E-DD48-933B-95E69119B889}"/>
              </a:ext>
            </a:extLst>
          </p:cNvPr>
          <p:cNvGrpSpPr/>
          <p:nvPr/>
        </p:nvGrpSpPr>
        <p:grpSpPr>
          <a:xfrm>
            <a:off x="7867585" y="1856363"/>
            <a:ext cx="808006" cy="362236"/>
            <a:chOff x="0" y="0"/>
            <a:chExt cx="1077341" cy="482981"/>
          </a:xfrm>
        </p:grpSpPr>
        <p:sp>
          <p:nvSpPr>
            <p:cNvPr id="354" name="Freeform 216">
              <a:extLst>
                <a:ext uri="{FF2B5EF4-FFF2-40B4-BE49-F238E27FC236}">
                  <a16:creationId xmlns:a16="http://schemas.microsoft.com/office/drawing/2014/main" id="{FDD38D45-B121-1908-C2C7-731ADE03D140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E8F7ED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5" name="Group 217">
            <a:extLst>
              <a:ext uri="{FF2B5EF4-FFF2-40B4-BE49-F238E27FC236}">
                <a16:creationId xmlns:a16="http://schemas.microsoft.com/office/drawing/2014/main" id="{C5D9B3CA-0663-ED2F-370B-25C32D00CDA9}"/>
              </a:ext>
            </a:extLst>
          </p:cNvPr>
          <p:cNvGrpSpPr/>
          <p:nvPr/>
        </p:nvGrpSpPr>
        <p:grpSpPr>
          <a:xfrm>
            <a:off x="8151592" y="1896053"/>
            <a:ext cx="240030" cy="261461"/>
            <a:chOff x="0" y="-28575"/>
            <a:chExt cx="320040" cy="348615"/>
          </a:xfrm>
        </p:grpSpPr>
        <p:sp>
          <p:nvSpPr>
            <p:cNvPr id="352" name="Freeform 218">
              <a:extLst>
                <a:ext uri="{FF2B5EF4-FFF2-40B4-BE49-F238E27FC236}">
                  <a16:creationId xmlns:a16="http://schemas.microsoft.com/office/drawing/2014/main" id="{A44A709C-B343-9C65-1DD3-54A80369581A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2F8F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53" name="TextBox 219">
              <a:extLst>
                <a:ext uri="{FF2B5EF4-FFF2-40B4-BE49-F238E27FC236}">
                  <a16:creationId xmlns:a16="http://schemas.microsoft.com/office/drawing/2014/main" id="{551E4684-41B3-80C9-3760-DB3C128F260B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46" name="Group 220">
            <a:extLst>
              <a:ext uri="{FF2B5EF4-FFF2-40B4-BE49-F238E27FC236}">
                <a16:creationId xmlns:a16="http://schemas.microsoft.com/office/drawing/2014/main" id="{9495FDAA-AA27-10CA-9A8E-1BB4E8634060}"/>
              </a:ext>
            </a:extLst>
          </p:cNvPr>
          <p:cNvGrpSpPr/>
          <p:nvPr/>
        </p:nvGrpSpPr>
        <p:grpSpPr>
          <a:xfrm>
            <a:off x="10751371" y="1883595"/>
            <a:ext cx="808006" cy="362236"/>
            <a:chOff x="0" y="0"/>
            <a:chExt cx="1077341" cy="482981"/>
          </a:xfrm>
        </p:grpSpPr>
        <p:sp>
          <p:nvSpPr>
            <p:cNvPr id="351" name="Freeform 221">
              <a:extLst>
                <a:ext uri="{FF2B5EF4-FFF2-40B4-BE49-F238E27FC236}">
                  <a16:creationId xmlns:a16="http://schemas.microsoft.com/office/drawing/2014/main" id="{6EBE3CB5-480A-17F9-EFC7-ED3D25663198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E8F7ED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7" name="Group 222">
            <a:extLst>
              <a:ext uri="{FF2B5EF4-FFF2-40B4-BE49-F238E27FC236}">
                <a16:creationId xmlns:a16="http://schemas.microsoft.com/office/drawing/2014/main" id="{16AD0C7A-73A2-0060-82C3-EEBBA2845A29}"/>
              </a:ext>
            </a:extLst>
          </p:cNvPr>
          <p:cNvGrpSpPr/>
          <p:nvPr/>
        </p:nvGrpSpPr>
        <p:grpSpPr>
          <a:xfrm>
            <a:off x="11035378" y="1923285"/>
            <a:ext cx="240030" cy="261461"/>
            <a:chOff x="0" y="-28575"/>
            <a:chExt cx="320040" cy="348615"/>
          </a:xfrm>
        </p:grpSpPr>
        <p:sp>
          <p:nvSpPr>
            <p:cNvPr id="349" name="Freeform 223">
              <a:extLst>
                <a:ext uri="{FF2B5EF4-FFF2-40B4-BE49-F238E27FC236}">
                  <a16:creationId xmlns:a16="http://schemas.microsoft.com/office/drawing/2014/main" id="{EC795413-C6BA-CF6E-499D-425FEA1DBCF0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2F8F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50" name="TextBox 224">
              <a:extLst>
                <a:ext uri="{FF2B5EF4-FFF2-40B4-BE49-F238E27FC236}">
                  <a16:creationId xmlns:a16="http://schemas.microsoft.com/office/drawing/2014/main" id="{12A9FA77-74F9-61CF-55B4-3402D0D7E056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48" name="Group 225">
            <a:extLst>
              <a:ext uri="{FF2B5EF4-FFF2-40B4-BE49-F238E27FC236}">
                <a16:creationId xmlns:a16="http://schemas.microsoft.com/office/drawing/2014/main" id="{ADA1F34E-0113-FD4D-757E-7B3D85514788}"/>
              </a:ext>
            </a:extLst>
          </p:cNvPr>
          <p:cNvGrpSpPr/>
          <p:nvPr/>
        </p:nvGrpSpPr>
        <p:grpSpPr>
          <a:xfrm>
            <a:off x="580145" y="2171921"/>
            <a:ext cx="1800128" cy="360006"/>
            <a:chOff x="0" y="-9525"/>
            <a:chExt cx="3820579" cy="492548"/>
          </a:xfrm>
        </p:grpSpPr>
        <p:sp>
          <p:nvSpPr>
            <p:cNvPr id="347" name="Freeform 226">
              <a:extLst>
                <a:ext uri="{FF2B5EF4-FFF2-40B4-BE49-F238E27FC236}">
                  <a16:creationId xmlns:a16="http://schemas.microsoft.com/office/drawing/2014/main" id="{62E3C2A6-2055-C421-0B55-57E606C0BD0A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8" name="TextBox 227">
              <a:extLst>
                <a:ext uri="{FF2B5EF4-FFF2-40B4-BE49-F238E27FC236}">
                  <a16:creationId xmlns:a16="http://schemas.microsoft.com/office/drawing/2014/main" id="{540DA58B-9345-6025-CD26-9AE2136B09C2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Contaminação</a:t>
              </a:r>
              <a:endParaRPr lang="en-US" sz="1375" dirty="0">
                <a:solidFill>
                  <a:srgbClr val="18202A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49" name="Group 228">
            <a:extLst>
              <a:ext uri="{FF2B5EF4-FFF2-40B4-BE49-F238E27FC236}">
                <a16:creationId xmlns:a16="http://schemas.microsoft.com/office/drawing/2014/main" id="{E5EC3025-2A35-715D-D083-5A0B86B2C295}"/>
              </a:ext>
            </a:extLst>
          </p:cNvPr>
          <p:cNvGrpSpPr/>
          <p:nvPr/>
        </p:nvGrpSpPr>
        <p:grpSpPr>
          <a:xfrm>
            <a:off x="2380882" y="2184738"/>
            <a:ext cx="808006" cy="362236"/>
            <a:chOff x="0" y="0"/>
            <a:chExt cx="1077341" cy="482981"/>
          </a:xfrm>
        </p:grpSpPr>
        <p:sp>
          <p:nvSpPr>
            <p:cNvPr id="346" name="Freeform 229">
              <a:extLst>
                <a:ext uri="{FF2B5EF4-FFF2-40B4-BE49-F238E27FC236}">
                  <a16:creationId xmlns:a16="http://schemas.microsoft.com/office/drawing/2014/main" id="{E8AFD057-F1F7-E73C-3804-CEB5D6A1648C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EBEB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0" name="Group 230">
            <a:extLst>
              <a:ext uri="{FF2B5EF4-FFF2-40B4-BE49-F238E27FC236}">
                <a16:creationId xmlns:a16="http://schemas.microsoft.com/office/drawing/2014/main" id="{FC76CF58-82EB-E5AE-7FAD-7272755148DC}"/>
              </a:ext>
            </a:extLst>
          </p:cNvPr>
          <p:cNvGrpSpPr/>
          <p:nvPr/>
        </p:nvGrpSpPr>
        <p:grpSpPr>
          <a:xfrm>
            <a:off x="2664889" y="2224428"/>
            <a:ext cx="240030" cy="261461"/>
            <a:chOff x="0" y="-28575"/>
            <a:chExt cx="320040" cy="348615"/>
          </a:xfrm>
        </p:grpSpPr>
        <p:sp>
          <p:nvSpPr>
            <p:cNvPr id="344" name="Freeform 231">
              <a:extLst>
                <a:ext uri="{FF2B5EF4-FFF2-40B4-BE49-F238E27FC236}">
                  <a16:creationId xmlns:a16="http://schemas.microsoft.com/office/drawing/2014/main" id="{6F6EDF29-411C-B659-EBA9-9D6695B3C087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D6282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45" name="TextBox 232">
              <a:extLst>
                <a:ext uri="{FF2B5EF4-FFF2-40B4-BE49-F238E27FC236}">
                  <a16:creationId xmlns:a16="http://schemas.microsoft.com/office/drawing/2014/main" id="{039CE33F-16FB-E71D-C6A9-2AB39CEE0622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53" name="Group 238">
            <a:extLst>
              <a:ext uri="{FF2B5EF4-FFF2-40B4-BE49-F238E27FC236}">
                <a16:creationId xmlns:a16="http://schemas.microsoft.com/office/drawing/2014/main" id="{6F8FB655-3163-7548-20B4-B3DE1246B553}"/>
              </a:ext>
            </a:extLst>
          </p:cNvPr>
          <p:cNvGrpSpPr/>
          <p:nvPr/>
        </p:nvGrpSpPr>
        <p:grpSpPr>
          <a:xfrm>
            <a:off x="5073186" y="2179192"/>
            <a:ext cx="808006" cy="362236"/>
            <a:chOff x="0" y="0"/>
            <a:chExt cx="1077341" cy="482981"/>
          </a:xfrm>
        </p:grpSpPr>
        <p:sp>
          <p:nvSpPr>
            <p:cNvPr id="340" name="Freeform 239">
              <a:extLst>
                <a:ext uri="{FF2B5EF4-FFF2-40B4-BE49-F238E27FC236}">
                  <a16:creationId xmlns:a16="http://schemas.microsoft.com/office/drawing/2014/main" id="{62328E4E-0737-D32F-CE05-D6EE266B728F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4" name="Group 240">
            <a:extLst>
              <a:ext uri="{FF2B5EF4-FFF2-40B4-BE49-F238E27FC236}">
                <a16:creationId xmlns:a16="http://schemas.microsoft.com/office/drawing/2014/main" id="{5B540DD3-8339-28EF-E29B-F5BCB48D860E}"/>
              </a:ext>
            </a:extLst>
          </p:cNvPr>
          <p:cNvGrpSpPr/>
          <p:nvPr/>
        </p:nvGrpSpPr>
        <p:grpSpPr>
          <a:xfrm>
            <a:off x="5357193" y="2226025"/>
            <a:ext cx="240030" cy="254318"/>
            <a:chOff x="0" y="-19050"/>
            <a:chExt cx="320040" cy="339090"/>
          </a:xfrm>
        </p:grpSpPr>
        <p:sp>
          <p:nvSpPr>
            <p:cNvPr id="338" name="Freeform 241">
              <a:extLst>
                <a:ext uri="{FF2B5EF4-FFF2-40B4-BE49-F238E27FC236}">
                  <a16:creationId xmlns:a16="http://schemas.microsoft.com/office/drawing/2014/main" id="{557FADEA-AFD8-8F8F-6089-6DA95CCAC0A3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39" name="TextBox 242">
              <a:extLst>
                <a:ext uri="{FF2B5EF4-FFF2-40B4-BE49-F238E27FC236}">
                  <a16:creationId xmlns:a16="http://schemas.microsoft.com/office/drawing/2014/main" id="{D37EA20A-2C62-D1E2-07B9-DA1604E4BD3F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57" name="Group 248">
            <a:extLst>
              <a:ext uri="{FF2B5EF4-FFF2-40B4-BE49-F238E27FC236}">
                <a16:creationId xmlns:a16="http://schemas.microsoft.com/office/drawing/2014/main" id="{83929DDD-C249-6DC5-A73F-CF206087A6CE}"/>
              </a:ext>
            </a:extLst>
          </p:cNvPr>
          <p:cNvGrpSpPr/>
          <p:nvPr/>
        </p:nvGrpSpPr>
        <p:grpSpPr>
          <a:xfrm>
            <a:off x="7867585" y="2210693"/>
            <a:ext cx="808006" cy="362236"/>
            <a:chOff x="0" y="0"/>
            <a:chExt cx="1077341" cy="482981"/>
          </a:xfrm>
        </p:grpSpPr>
        <p:sp>
          <p:nvSpPr>
            <p:cNvPr id="334" name="Freeform 249">
              <a:extLst>
                <a:ext uri="{FF2B5EF4-FFF2-40B4-BE49-F238E27FC236}">
                  <a16:creationId xmlns:a16="http://schemas.microsoft.com/office/drawing/2014/main" id="{C74F170F-6E95-BF1C-EBF3-7E113B295D12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8" name="Group 250">
            <a:extLst>
              <a:ext uri="{FF2B5EF4-FFF2-40B4-BE49-F238E27FC236}">
                <a16:creationId xmlns:a16="http://schemas.microsoft.com/office/drawing/2014/main" id="{038704B8-B99A-2125-6604-7C454D1D7715}"/>
              </a:ext>
            </a:extLst>
          </p:cNvPr>
          <p:cNvGrpSpPr/>
          <p:nvPr/>
        </p:nvGrpSpPr>
        <p:grpSpPr>
          <a:xfrm>
            <a:off x="8151592" y="2257526"/>
            <a:ext cx="240030" cy="254318"/>
            <a:chOff x="0" y="-19050"/>
            <a:chExt cx="320040" cy="339090"/>
          </a:xfrm>
        </p:grpSpPr>
        <p:sp>
          <p:nvSpPr>
            <p:cNvPr id="332" name="Freeform 251">
              <a:extLst>
                <a:ext uri="{FF2B5EF4-FFF2-40B4-BE49-F238E27FC236}">
                  <a16:creationId xmlns:a16="http://schemas.microsoft.com/office/drawing/2014/main" id="{4794D460-4297-9E55-A414-0591C054C303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33" name="TextBox 252">
              <a:extLst>
                <a:ext uri="{FF2B5EF4-FFF2-40B4-BE49-F238E27FC236}">
                  <a16:creationId xmlns:a16="http://schemas.microsoft.com/office/drawing/2014/main" id="{C4996788-AA3F-9F08-D5AA-22B12BB72A2D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59" name="Group 253">
            <a:extLst>
              <a:ext uri="{FF2B5EF4-FFF2-40B4-BE49-F238E27FC236}">
                <a16:creationId xmlns:a16="http://schemas.microsoft.com/office/drawing/2014/main" id="{E51E7844-F02B-6D62-E389-88512678E9D3}"/>
              </a:ext>
            </a:extLst>
          </p:cNvPr>
          <p:cNvGrpSpPr/>
          <p:nvPr/>
        </p:nvGrpSpPr>
        <p:grpSpPr>
          <a:xfrm>
            <a:off x="10751371" y="2237925"/>
            <a:ext cx="808006" cy="362236"/>
            <a:chOff x="0" y="0"/>
            <a:chExt cx="1077341" cy="482981"/>
          </a:xfrm>
          <a:solidFill>
            <a:srgbClr val="FFF5E1"/>
          </a:solidFill>
        </p:grpSpPr>
        <p:sp>
          <p:nvSpPr>
            <p:cNvPr id="331" name="Freeform 254">
              <a:extLst>
                <a:ext uri="{FF2B5EF4-FFF2-40B4-BE49-F238E27FC236}">
                  <a16:creationId xmlns:a16="http://schemas.microsoft.com/office/drawing/2014/main" id="{BD861EE5-CB4E-1D56-3F2B-6B3DE380CCE0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grpFill/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30" name="TextBox 257">
            <a:extLst>
              <a:ext uri="{FF2B5EF4-FFF2-40B4-BE49-F238E27FC236}">
                <a16:creationId xmlns:a16="http://schemas.microsoft.com/office/drawing/2014/main" id="{80FF1ADA-7EE3-1E7A-5D39-35ABEE9F50BD}"/>
              </a:ext>
            </a:extLst>
          </p:cNvPr>
          <p:cNvSpPr txBox="1"/>
          <p:nvPr/>
        </p:nvSpPr>
        <p:spPr>
          <a:xfrm>
            <a:off x="11035378" y="2277615"/>
            <a:ext cx="240030" cy="261461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22"/>
              </a:lnSpc>
            </a:pPr>
            <a:endParaRPr lang="en-US" sz="1102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61" name="Group 258">
            <a:extLst>
              <a:ext uri="{FF2B5EF4-FFF2-40B4-BE49-F238E27FC236}">
                <a16:creationId xmlns:a16="http://schemas.microsoft.com/office/drawing/2014/main" id="{4EF050B2-4642-2052-C11C-61FB59941246}"/>
              </a:ext>
            </a:extLst>
          </p:cNvPr>
          <p:cNvGrpSpPr/>
          <p:nvPr/>
        </p:nvGrpSpPr>
        <p:grpSpPr>
          <a:xfrm>
            <a:off x="580145" y="2526251"/>
            <a:ext cx="1800128" cy="360006"/>
            <a:chOff x="0" y="-9525"/>
            <a:chExt cx="3820579" cy="492548"/>
          </a:xfrm>
        </p:grpSpPr>
        <p:sp>
          <p:nvSpPr>
            <p:cNvPr id="327" name="Freeform 259">
              <a:extLst>
                <a:ext uri="{FF2B5EF4-FFF2-40B4-BE49-F238E27FC236}">
                  <a16:creationId xmlns:a16="http://schemas.microsoft.com/office/drawing/2014/main" id="{44A5BB1F-ADF9-C377-3356-F2E8BFEE0742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8" name="TextBox 260">
              <a:extLst>
                <a:ext uri="{FF2B5EF4-FFF2-40B4-BE49-F238E27FC236}">
                  <a16:creationId xmlns:a16="http://schemas.microsoft.com/office/drawing/2014/main" id="{8CA231BD-F6FC-CB11-EBD0-70F62898A5C6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Ferrugem</a:t>
              </a:r>
              <a:endParaRPr lang="en-US" sz="1375" dirty="0">
                <a:solidFill>
                  <a:srgbClr val="18202A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62" name="Group 261">
            <a:extLst>
              <a:ext uri="{FF2B5EF4-FFF2-40B4-BE49-F238E27FC236}">
                <a16:creationId xmlns:a16="http://schemas.microsoft.com/office/drawing/2014/main" id="{3AB5D550-C8E2-9C51-30B3-CAB88B8498CF}"/>
              </a:ext>
            </a:extLst>
          </p:cNvPr>
          <p:cNvGrpSpPr/>
          <p:nvPr/>
        </p:nvGrpSpPr>
        <p:grpSpPr>
          <a:xfrm>
            <a:off x="2380882" y="2539068"/>
            <a:ext cx="808006" cy="362236"/>
            <a:chOff x="0" y="0"/>
            <a:chExt cx="1077341" cy="482981"/>
          </a:xfrm>
        </p:grpSpPr>
        <p:sp>
          <p:nvSpPr>
            <p:cNvPr id="326" name="Freeform 262">
              <a:extLst>
                <a:ext uri="{FF2B5EF4-FFF2-40B4-BE49-F238E27FC236}">
                  <a16:creationId xmlns:a16="http://schemas.microsoft.com/office/drawing/2014/main" id="{E914F815-773E-7BE3-821D-0F4B424B3120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EBEB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3" name="Group 263">
            <a:extLst>
              <a:ext uri="{FF2B5EF4-FFF2-40B4-BE49-F238E27FC236}">
                <a16:creationId xmlns:a16="http://schemas.microsoft.com/office/drawing/2014/main" id="{32CDCDBB-F843-BE1C-4C77-F85D4ABBF87F}"/>
              </a:ext>
            </a:extLst>
          </p:cNvPr>
          <p:cNvGrpSpPr/>
          <p:nvPr/>
        </p:nvGrpSpPr>
        <p:grpSpPr>
          <a:xfrm>
            <a:off x="2664889" y="2578758"/>
            <a:ext cx="240030" cy="261461"/>
            <a:chOff x="0" y="-28575"/>
            <a:chExt cx="320040" cy="348615"/>
          </a:xfrm>
        </p:grpSpPr>
        <p:sp>
          <p:nvSpPr>
            <p:cNvPr id="324" name="Freeform 264">
              <a:extLst>
                <a:ext uri="{FF2B5EF4-FFF2-40B4-BE49-F238E27FC236}">
                  <a16:creationId xmlns:a16="http://schemas.microsoft.com/office/drawing/2014/main" id="{92B9ABCC-772C-46ED-3E59-C0AEB21121CC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D6282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25" name="TextBox 265">
              <a:extLst>
                <a:ext uri="{FF2B5EF4-FFF2-40B4-BE49-F238E27FC236}">
                  <a16:creationId xmlns:a16="http://schemas.microsoft.com/office/drawing/2014/main" id="{B09C8F49-51DE-B1A4-C98D-6A6230812FFB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66" name="Group 271">
            <a:extLst>
              <a:ext uri="{FF2B5EF4-FFF2-40B4-BE49-F238E27FC236}">
                <a16:creationId xmlns:a16="http://schemas.microsoft.com/office/drawing/2014/main" id="{8103937F-067D-8BE2-41C9-2D55D5BF9B41}"/>
              </a:ext>
            </a:extLst>
          </p:cNvPr>
          <p:cNvGrpSpPr/>
          <p:nvPr/>
        </p:nvGrpSpPr>
        <p:grpSpPr>
          <a:xfrm>
            <a:off x="5073186" y="2533522"/>
            <a:ext cx="808006" cy="362236"/>
            <a:chOff x="0" y="0"/>
            <a:chExt cx="1077341" cy="482981"/>
          </a:xfrm>
        </p:grpSpPr>
        <p:sp>
          <p:nvSpPr>
            <p:cNvPr id="320" name="Freeform 272">
              <a:extLst>
                <a:ext uri="{FF2B5EF4-FFF2-40B4-BE49-F238E27FC236}">
                  <a16:creationId xmlns:a16="http://schemas.microsoft.com/office/drawing/2014/main" id="{912470F5-4421-FE50-F676-CABAAF92335B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7" name="Group 273">
            <a:extLst>
              <a:ext uri="{FF2B5EF4-FFF2-40B4-BE49-F238E27FC236}">
                <a16:creationId xmlns:a16="http://schemas.microsoft.com/office/drawing/2014/main" id="{16557943-7AE3-6E14-FF28-66F3AD87A27B}"/>
              </a:ext>
            </a:extLst>
          </p:cNvPr>
          <p:cNvGrpSpPr/>
          <p:nvPr/>
        </p:nvGrpSpPr>
        <p:grpSpPr>
          <a:xfrm>
            <a:off x="5357193" y="2580355"/>
            <a:ext cx="240030" cy="254318"/>
            <a:chOff x="0" y="-19050"/>
            <a:chExt cx="320040" cy="339090"/>
          </a:xfrm>
        </p:grpSpPr>
        <p:sp>
          <p:nvSpPr>
            <p:cNvPr id="318" name="Freeform 274">
              <a:extLst>
                <a:ext uri="{FF2B5EF4-FFF2-40B4-BE49-F238E27FC236}">
                  <a16:creationId xmlns:a16="http://schemas.microsoft.com/office/drawing/2014/main" id="{354FD971-2F89-328E-1A67-6560D5280FF7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19" name="TextBox 275">
              <a:extLst>
                <a:ext uri="{FF2B5EF4-FFF2-40B4-BE49-F238E27FC236}">
                  <a16:creationId xmlns:a16="http://schemas.microsoft.com/office/drawing/2014/main" id="{F16566D7-981D-4EB6-1190-1491A6212033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70" name="Group 281">
            <a:extLst>
              <a:ext uri="{FF2B5EF4-FFF2-40B4-BE49-F238E27FC236}">
                <a16:creationId xmlns:a16="http://schemas.microsoft.com/office/drawing/2014/main" id="{BAAFF023-648B-B00D-6EBD-870769750DC4}"/>
              </a:ext>
            </a:extLst>
          </p:cNvPr>
          <p:cNvGrpSpPr/>
          <p:nvPr/>
        </p:nvGrpSpPr>
        <p:grpSpPr>
          <a:xfrm>
            <a:off x="7867585" y="2565023"/>
            <a:ext cx="808006" cy="362236"/>
            <a:chOff x="0" y="0"/>
            <a:chExt cx="1077341" cy="482981"/>
          </a:xfrm>
          <a:solidFill>
            <a:srgbClr val="FFF5E1"/>
          </a:solidFill>
        </p:grpSpPr>
        <p:sp>
          <p:nvSpPr>
            <p:cNvPr id="314" name="Freeform 282">
              <a:extLst>
                <a:ext uri="{FF2B5EF4-FFF2-40B4-BE49-F238E27FC236}">
                  <a16:creationId xmlns:a16="http://schemas.microsoft.com/office/drawing/2014/main" id="{7FE7337A-5B33-10B3-19E4-B29B417E6F28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grpFill/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2" name="Group 286">
            <a:extLst>
              <a:ext uri="{FF2B5EF4-FFF2-40B4-BE49-F238E27FC236}">
                <a16:creationId xmlns:a16="http://schemas.microsoft.com/office/drawing/2014/main" id="{6212D60E-04EB-549A-92E2-E5D53624B0CF}"/>
              </a:ext>
            </a:extLst>
          </p:cNvPr>
          <p:cNvGrpSpPr/>
          <p:nvPr/>
        </p:nvGrpSpPr>
        <p:grpSpPr>
          <a:xfrm>
            <a:off x="10751371" y="2592255"/>
            <a:ext cx="808006" cy="362236"/>
            <a:chOff x="0" y="0"/>
            <a:chExt cx="1077341" cy="482981"/>
          </a:xfrm>
          <a:solidFill>
            <a:srgbClr val="FFF5E1"/>
          </a:solidFill>
        </p:grpSpPr>
        <p:sp>
          <p:nvSpPr>
            <p:cNvPr id="311" name="Freeform 287">
              <a:extLst>
                <a:ext uri="{FF2B5EF4-FFF2-40B4-BE49-F238E27FC236}">
                  <a16:creationId xmlns:a16="http://schemas.microsoft.com/office/drawing/2014/main" id="{3AC80C0C-7DA8-31AE-C4DB-F7B749BB065E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grpFill/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4" name="Group 291">
            <a:extLst>
              <a:ext uri="{FF2B5EF4-FFF2-40B4-BE49-F238E27FC236}">
                <a16:creationId xmlns:a16="http://schemas.microsoft.com/office/drawing/2014/main" id="{4B484DAF-0D95-2425-54B4-D366C4C2E20A}"/>
              </a:ext>
            </a:extLst>
          </p:cNvPr>
          <p:cNvGrpSpPr/>
          <p:nvPr/>
        </p:nvGrpSpPr>
        <p:grpSpPr>
          <a:xfrm>
            <a:off x="580145" y="2880581"/>
            <a:ext cx="1800128" cy="360006"/>
            <a:chOff x="0" y="-9525"/>
            <a:chExt cx="3820579" cy="492548"/>
          </a:xfrm>
        </p:grpSpPr>
        <p:sp>
          <p:nvSpPr>
            <p:cNvPr id="307" name="Freeform 292">
              <a:extLst>
                <a:ext uri="{FF2B5EF4-FFF2-40B4-BE49-F238E27FC236}">
                  <a16:creationId xmlns:a16="http://schemas.microsoft.com/office/drawing/2014/main" id="{D5F55A6A-B8A4-96B7-D40C-41443CCB0D74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8" name="TextBox 293">
              <a:extLst>
                <a:ext uri="{FF2B5EF4-FFF2-40B4-BE49-F238E27FC236}">
                  <a16:creationId xmlns:a16="http://schemas.microsoft.com/office/drawing/2014/main" id="{4A8FE1F8-1A87-48A6-0A80-3CA8B1DA3B0E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Risco</a:t>
              </a:r>
            </a:p>
          </p:txBody>
        </p:sp>
      </p:grpSp>
      <p:grpSp>
        <p:nvGrpSpPr>
          <p:cNvPr id="75" name="Group 294">
            <a:extLst>
              <a:ext uri="{FF2B5EF4-FFF2-40B4-BE49-F238E27FC236}">
                <a16:creationId xmlns:a16="http://schemas.microsoft.com/office/drawing/2014/main" id="{3759244D-74D7-3276-24E2-0E9D44EF1316}"/>
              </a:ext>
            </a:extLst>
          </p:cNvPr>
          <p:cNvGrpSpPr/>
          <p:nvPr/>
        </p:nvGrpSpPr>
        <p:grpSpPr>
          <a:xfrm>
            <a:off x="2380882" y="2893398"/>
            <a:ext cx="808006" cy="362236"/>
            <a:chOff x="0" y="0"/>
            <a:chExt cx="1077341" cy="482981"/>
          </a:xfrm>
        </p:grpSpPr>
        <p:sp>
          <p:nvSpPr>
            <p:cNvPr id="306" name="Freeform 295">
              <a:extLst>
                <a:ext uri="{FF2B5EF4-FFF2-40B4-BE49-F238E27FC236}">
                  <a16:creationId xmlns:a16="http://schemas.microsoft.com/office/drawing/2014/main" id="{5BBD5BD4-1551-C175-5130-AFD49B510BE8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EBEB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6" name="Group 296">
            <a:extLst>
              <a:ext uri="{FF2B5EF4-FFF2-40B4-BE49-F238E27FC236}">
                <a16:creationId xmlns:a16="http://schemas.microsoft.com/office/drawing/2014/main" id="{EE535F21-B305-F1C7-8AEB-1126E0A36E8F}"/>
              </a:ext>
            </a:extLst>
          </p:cNvPr>
          <p:cNvGrpSpPr/>
          <p:nvPr/>
        </p:nvGrpSpPr>
        <p:grpSpPr>
          <a:xfrm>
            <a:off x="2664889" y="2933088"/>
            <a:ext cx="240030" cy="261461"/>
            <a:chOff x="0" y="-28575"/>
            <a:chExt cx="320040" cy="348615"/>
          </a:xfrm>
        </p:grpSpPr>
        <p:sp>
          <p:nvSpPr>
            <p:cNvPr id="304" name="Freeform 297">
              <a:extLst>
                <a:ext uri="{FF2B5EF4-FFF2-40B4-BE49-F238E27FC236}">
                  <a16:creationId xmlns:a16="http://schemas.microsoft.com/office/drawing/2014/main" id="{3D5B0FA2-DDE8-1E2B-E16D-525E5978FA84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D6282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05" name="TextBox 298">
              <a:extLst>
                <a:ext uri="{FF2B5EF4-FFF2-40B4-BE49-F238E27FC236}">
                  <a16:creationId xmlns:a16="http://schemas.microsoft.com/office/drawing/2014/main" id="{78F27EFC-6514-B23E-6E91-7B7E52A6EA22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79" name="Group 304">
            <a:extLst>
              <a:ext uri="{FF2B5EF4-FFF2-40B4-BE49-F238E27FC236}">
                <a16:creationId xmlns:a16="http://schemas.microsoft.com/office/drawing/2014/main" id="{BD6832E9-D77D-534B-8E34-7DB421921E48}"/>
              </a:ext>
            </a:extLst>
          </p:cNvPr>
          <p:cNvGrpSpPr/>
          <p:nvPr/>
        </p:nvGrpSpPr>
        <p:grpSpPr>
          <a:xfrm>
            <a:off x="5073186" y="2887852"/>
            <a:ext cx="808006" cy="362236"/>
            <a:chOff x="0" y="0"/>
            <a:chExt cx="1077341" cy="482981"/>
          </a:xfrm>
        </p:grpSpPr>
        <p:sp>
          <p:nvSpPr>
            <p:cNvPr id="300" name="Freeform 305">
              <a:extLst>
                <a:ext uri="{FF2B5EF4-FFF2-40B4-BE49-F238E27FC236}">
                  <a16:creationId xmlns:a16="http://schemas.microsoft.com/office/drawing/2014/main" id="{BF209854-DA18-B423-1C0F-4B4FF0177AE4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0" name="Group 306">
            <a:extLst>
              <a:ext uri="{FF2B5EF4-FFF2-40B4-BE49-F238E27FC236}">
                <a16:creationId xmlns:a16="http://schemas.microsoft.com/office/drawing/2014/main" id="{19424DD1-9F8C-4D01-4D9D-DD57FC01F5CB}"/>
              </a:ext>
            </a:extLst>
          </p:cNvPr>
          <p:cNvGrpSpPr/>
          <p:nvPr/>
        </p:nvGrpSpPr>
        <p:grpSpPr>
          <a:xfrm>
            <a:off x="5357193" y="2934685"/>
            <a:ext cx="240030" cy="254318"/>
            <a:chOff x="0" y="-19050"/>
            <a:chExt cx="320040" cy="339090"/>
          </a:xfrm>
        </p:grpSpPr>
        <p:sp>
          <p:nvSpPr>
            <p:cNvPr id="298" name="Freeform 307">
              <a:extLst>
                <a:ext uri="{FF2B5EF4-FFF2-40B4-BE49-F238E27FC236}">
                  <a16:creationId xmlns:a16="http://schemas.microsoft.com/office/drawing/2014/main" id="{1F12CEC1-9786-0910-0B9D-9687E94D9447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99" name="TextBox 308">
              <a:extLst>
                <a:ext uri="{FF2B5EF4-FFF2-40B4-BE49-F238E27FC236}">
                  <a16:creationId xmlns:a16="http://schemas.microsoft.com/office/drawing/2014/main" id="{458E4347-61A1-4A65-014E-C48B7834BA1F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83" name="Group 314">
            <a:extLst>
              <a:ext uri="{FF2B5EF4-FFF2-40B4-BE49-F238E27FC236}">
                <a16:creationId xmlns:a16="http://schemas.microsoft.com/office/drawing/2014/main" id="{A4D36EF6-C892-8317-C367-5C93DCE086C0}"/>
              </a:ext>
            </a:extLst>
          </p:cNvPr>
          <p:cNvGrpSpPr/>
          <p:nvPr/>
        </p:nvGrpSpPr>
        <p:grpSpPr>
          <a:xfrm>
            <a:off x="7867585" y="2919353"/>
            <a:ext cx="808006" cy="362236"/>
            <a:chOff x="0" y="0"/>
            <a:chExt cx="1077341" cy="482981"/>
          </a:xfrm>
        </p:grpSpPr>
        <p:sp>
          <p:nvSpPr>
            <p:cNvPr id="294" name="Freeform 315">
              <a:extLst>
                <a:ext uri="{FF2B5EF4-FFF2-40B4-BE49-F238E27FC236}">
                  <a16:creationId xmlns:a16="http://schemas.microsoft.com/office/drawing/2014/main" id="{498FC53D-9B17-4F7E-D707-E72F6D64768E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E8F7ED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4" name="Group 316">
            <a:extLst>
              <a:ext uri="{FF2B5EF4-FFF2-40B4-BE49-F238E27FC236}">
                <a16:creationId xmlns:a16="http://schemas.microsoft.com/office/drawing/2014/main" id="{9B7BD0AE-9289-2A59-D3F2-D8560E6695BC}"/>
              </a:ext>
            </a:extLst>
          </p:cNvPr>
          <p:cNvGrpSpPr/>
          <p:nvPr/>
        </p:nvGrpSpPr>
        <p:grpSpPr>
          <a:xfrm>
            <a:off x="8151592" y="2959043"/>
            <a:ext cx="240030" cy="261461"/>
            <a:chOff x="0" y="-28575"/>
            <a:chExt cx="320040" cy="348615"/>
          </a:xfrm>
        </p:grpSpPr>
        <p:sp>
          <p:nvSpPr>
            <p:cNvPr id="292" name="Freeform 317">
              <a:extLst>
                <a:ext uri="{FF2B5EF4-FFF2-40B4-BE49-F238E27FC236}">
                  <a16:creationId xmlns:a16="http://schemas.microsoft.com/office/drawing/2014/main" id="{A834CEB3-54C1-4CE2-C3B6-F3EBD93F7075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2F8F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93" name="TextBox 318">
              <a:extLst>
                <a:ext uri="{FF2B5EF4-FFF2-40B4-BE49-F238E27FC236}">
                  <a16:creationId xmlns:a16="http://schemas.microsoft.com/office/drawing/2014/main" id="{AA91AF95-BA52-0644-334E-846699122D6E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85" name="Group 319">
            <a:extLst>
              <a:ext uri="{FF2B5EF4-FFF2-40B4-BE49-F238E27FC236}">
                <a16:creationId xmlns:a16="http://schemas.microsoft.com/office/drawing/2014/main" id="{B4257A52-8252-1747-3B25-DF721733CF1B}"/>
              </a:ext>
            </a:extLst>
          </p:cNvPr>
          <p:cNvGrpSpPr/>
          <p:nvPr/>
        </p:nvGrpSpPr>
        <p:grpSpPr>
          <a:xfrm>
            <a:off x="10751371" y="2946585"/>
            <a:ext cx="808006" cy="362236"/>
            <a:chOff x="0" y="0"/>
            <a:chExt cx="1077341" cy="482981"/>
          </a:xfrm>
        </p:grpSpPr>
        <p:sp>
          <p:nvSpPr>
            <p:cNvPr id="291" name="Freeform 320">
              <a:extLst>
                <a:ext uri="{FF2B5EF4-FFF2-40B4-BE49-F238E27FC236}">
                  <a16:creationId xmlns:a16="http://schemas.microsoft.com/office/drawing/2014/main" id="{99834B7D-12D1-44CD-310E-E837EB0AC9FD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E8F7ED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6" name="Group 321">
            <a:extLst>
              <a:ext uri="{FF2B5EF4-FFF2-40B4-BE49-F238E27FC236}">
                <a16:creationId xmlns:a16="http://schemas.microsoft.com/office/drawing/2014/main" id="{F356D44F-5004-9F47-175E-6C4A0B87013C}"/>
              </a:ext>
            </a:extLst>
          </p:cNvPr>
          <p:cNvGrpSpPr/>
          <p:nvPr/>
        </p:nvGrpSpPr>
        <p:grpSpPr>
          <a:xfrm>
            <a:off x="11035378" y="2986275"/>
            <a:ext cx="240030" cy="261461"/>
            <a:chOff x="0" y="-28575"/>
            <a:chExt cx="320040" cy="348615"/>
          </a:xfrm>
        </p:grpSpPr>
        <p:sp>
          <p:nvSpPr>
            <p:cNvPr id="289" name="Freeform 322">
              <a:extLst>
                <a:ext uri="{FF2B5EF4-FFF2-40B4-BE49-F238E27FC236}">
                  <a16:creationId xmlns:a16="http://schemas.microsoft.com/office/drawing/2014/main" id="{76A562DC-36CD-B0F0-FA10-B6D086F41D14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2F8F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90" name="TextBox 323">
              <a:extLst>
                <a:ext uri="{FF2B5EF4-FFF2-40B4-BE49-F238E27FC236}">
                  <a16:creationId xmlns:a16="http://schemas.microsoft.com/office/drawing/2014/main" id="{CE8C76A0-6785-C8EA-0A86-8DFF491C3B79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87" name="Group 324">
            <a:extLst>
              <a:ext uri="{FF2B5EF4-FFF2-40B4-BE49-F238E27FC236}">
                <a16:creationId xmlns:a16="http://schemas.microsoft.com/office/drawing/2014/main" id="{B487DBC7-0596-AB1F-8B0C-D56F650E2C91}"/>
              </a:ext>
            </a:extLst>
          </p:cNvPr>
          <p:cNvGrpSpPr/>
          <p:nvPr/>
        </p:nvGrpSpPr>
        <p:grpSpPr>
          <a:xfrm>
            <a:off x="580145" y="3234911"/>
            <a:ext cx="1800128" cy="360006"/>
            <a:chOff x="0" y="-9525"/>
            <a:chExt cx="3820579" cy="492548"/>
          </a:xfrm>
        </p:grpSpPr>
        <p:sp>
          <p:nvSpPr>
            <p:cNvPr id="287" name="Freeform 325">
              <a:extLst>
                <a:ext uri="{FF2B5EF4-FFF2-40B4-BE49-F238E27FC236}">
                  <a16:creationId xmlns:a16="http://schemas.microsoft.com/office/drawing/2014/main" id="{8FBD89B0-8CE8-EF4C-B2EA-3D72F24D7D08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8" name="TextBox 326">
              <a:extLst>
                <a:ext uri="{FF2B5EF4-FFF2-40B4-BE49-F238E27FC236}">
                  <a16:creationId xmlns:a16="http://schemas.microsoft.com/office/drawing/2014/main" id="{0B3916A3-55C0-E285-3975-7A968DD97BB0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Marca de lixamento</a:t>
              </a:r>
            </a:p>
          </p:txBody>
        </p:sp>
      </p:grpSp>
      <p:grpSp>
        <p:nvGrpSpPr>
          <p:cNvPr id="88" name="Group 327">
            <a:extLst>
              <a:ext uri="{FF2B5EF4-FFF2-40B4-BE49-F238E27FC236}">
                <a16:creationId xmlns:a16="http://schemas.microsoft.com/office/drawing/2014/main" id="{F955ADF6-BB0A-E7D7-6634-78433D8320B4}"/>
              </a:ext>
            </a:extLst>
          </p:cNvPr>
          <p:cNvGrpSpPr/>
          <p:nvPr/>
        </p:nvGrpSpPr>
        <p:grpSpPr>
          <a:xfrm>
            <a:off x="2380882" y="3247728"/>
            <a:ext cx="808006" cy="362236"/>
            <a:chOff x="0" y="0"/>
            <a:chExt cx="1077341" cy="482981"/>
          </a:xfrm>
        </p:grpSpPr>
        <p:sp>
          <p:nvSpPr>
            <p:cNvPr id="286" name="Freeform 328">
              <a:extLst>
                <a:ext uri="{FF2B5EF4-FFF2-40B4-BE49-F238E27FC236}">
                  <a16:creationId xmlns:a16="http://schemas.microsoft.com/office/drawing/2014/main" id="{BA0DE59E-C451-76E7-74A9-EF7F9200282A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EBEB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9" name="Group 329">
            <a:extLst>
              <a:ext uri="{FF2B5EF4-FFF2-40B4-BE49-F238E27FC236}">
                <a16:creationId xmlns:a16="http://schemas.microsoft.com/office/drawing/2014/main" id="{ED1853A4-4F45-30D9-5F37-6381DC8DD961}"/>
              </a:ext>
            </a:extLst>
          </p:cNvPr>
          <p:cNvGrpSpPr/>
          <p:nvPr/>
        </p:nvGrpSpPr>
        <p:grpSpPr>
          <a:xfrm>
            <a:off x="2664889" y="3287418"/>
            <a:ext cx="240030" cy="261461"/>
            <a:chOff x="0" y="-28575"/>
            <a:chExt cx="320040" cy="348615"/>
          </a:xfrm>
        </p:grpSpPr>
        <p:sp>
          <p:nvSpPr>
            <p:cNvPr id="284" name="Freeform 330">
              <a:extLst>
                <a:ext uri="{FF2B5EF4-FFF2-40B4-BE49-F238E27FC236}">
                  <a16:creationId xmlns:a16="http://schemas.microsoft.com/office/drawing/2014/main" id="{36729A45-D458-44B3-2FC6-1DBE43A41A20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D6282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85" name="TextBox 331">
              <a:extLst>
                <a:ext uri="{FF2B5EF4-FFF2-40B4-BE49-F238E27FC236}">
                  <a16:creationId xmlns:a16="http://schemas.microsoft.com/office/drawing/2014/main" id="{C219CCD2-778A-6315-0058-D114DE63C54C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92" name="Group 337">
            <a:extLst>
              <a:ext uri="{FF2B5EF4-FFF2-40B4-BE49-F238E27FC236}">
                <a16:creationId xmlns:a16="http://schemas.microsoft.com/office/drawing/2014/main" id="{4C51C3A1-8F35-6385-BAB4-288CBEBECADA}"/>
              </a:ext>
            </a:extLst>
          </p:cNvPr>
          <p:cNvGrpSpPr/>
          <p:nvPr/>
        </p:nvGrpSpPr>
        <p:grpSpPr>
          <a:xfrm>
            <a:off x="5073186" y="3242182"/>
            <a:ext cx="808006" cy="362236"/>
            <a:chOff x="0" y="0"/>
            <a:chExt cx="1077341" cy="482981"/>
          </a:xfrm>
        </p:grpSpPr>
        <p:sp>
          <p:nvSpPr>
            <p:cNvPr id="280" name="Freeform 338">
              <a:extLst>
                <a:ext uri="{FF2B5EF4-FFF2-40B4-BE49-F238E27FC236}">
                  <a16:creationId xmlns:a16="http://schemas.microsoft.com/office/drawing/2014/main" id="{4EC5C7ED-6B71-2B7D-D60D-24E61BEBDE9E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3" name="Group 339">
            <a:extLst>
              <a:ext uri="{FF2B5EF4-FFF2-40B4-BE49-F238E27FC236}">
                <a16:creationId xmlns:a16="http://schemas.microsoft.com/office/drawing/2014/main" id="{17121407-1D02-DCFE-CFF0-458232DECC6F}"/>
              </a:ext>
            </a:extLst>
          </p:cNvPr>
          <p:cNvGrpSpPr/>
          <p:nvPr/>
        </p:nvGrpSpPr>
        <p:grpSpPr>
          <a:xfrm>
            <a:off x="5357193" y="3289015"/>
            <a:ext cx="240030" cy="254318"/>
            <a:chOff x="0" y="-19050"/>
            <a:chExt cx="320040" cy="339090"/>
          </a:xfrm>
        </p:grpSpPr>
        <p:sp>
          <p:nvSpPr>
            <p:cNvPr id="278" name="Freeform 340">
              <a:extLst>
                <a:ext uri="{FF2B5EF4-FFF2-40B4-BE49-F238E27FC236}">
                  <a16:creationId xmlns:a16="http://schemas.microsoft.com/office/drawing/2014/main" id="{7CCB57DB-594B-701C-E178-5EB0EF037965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79" name="TextBox 341">
              <a:extLst>
                <a:ext uri="{FF2B5EF4-FFF2-40B4-BE49-F238E27FC236}">
                  <a16:creationId xmlns:a16="http://schemas.microsoft.com/office/drawing/2014/main" id="{C137CD83-3760-056F-554B-91D1EB94A180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96" name="Group 347">
            <a:extLst>
              <a:ext uri="{FF2B5EF4-FFF2-40B4-BE49-F238E27FC236}">
                <a16:creationId xmlns:a16="http://schemas.microsoft.com/office/drawing/2014/main" id="{B0741DC3-6287-1023-B918-CD92FB45CC49}"/>
              </a:ext>
            </a:extLst>
          </p:cNvPr>
          <p:cNvGrpSpPr/>
          <p:nvPr/>
        </p:nvGrpSpPr>
        <p:grpSpPr>
          <a:xfrm>
            <a:off x="7867585" y="3273683"/>
            <a:ext cx="808006" cy="362236"/>
            <a:chOff x="0" y="0"/>
            <a:chExt cx="1077341" cy="482981"/>
          </a:xfrm>
        </p:grpSpPr>
        <p:sp>
          <p:nvSpPr>
            <p:cNvPr id="274" name="Freeform 348">
              <a:extLst>
                <a:ext uri="{FF2B5EF4-FFF2-40B4-BE49-F238E27FC236}">
                  <a16:creationId xmlns:a16="http://schemas.microsoft.com/office/drawing/2014/main" id="{5416FA87-1EA0-80ED-99FB-2D2214B9EC28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7" name="Group 349">
            <a:extLst>
              <a:ext uri="{FF2B5EF4-FFF2-40B4-BE49-F238E27FC236}">
                <a16:creationId xmlns:a16="http://schemas.microsoft.com/office/drawing/2014/main" id="{8CD35A11-C8EB-901A-F496-D351C976424A}"/>
              </a:ext>
            </a:extLst>
          </p:cNvPr>
          <p:cNvGrpSpPr/>
          <p:nvPr/>
        </p:nvGrpSpPr>
        <p:grpSpPr>
          <a:xfrm>
            <a:off x="8151592" y="3320516"/>
            <a:ext cx="240030" cy="254318"/>
            <a:chOff x="0" y="-19050"/>
            <a:chExt cx="320040" cy="339090"/>
          </a:xfrm>
        </p:grpSpPr>
        <p:sp>
          <p:nvSpPr>
            <p:cNvPr id="272" name="Freeform 350">
              <a:extLst>
                <a:ext uri="{FF2B5EF4-FFF2-40B4-BE49-F238E27FC236}">
                  <a16:creationId xmlns:a16="http://schemas.microsoft.com/office/drawing/2014/main" id="{5C4753C3-FDD8-09E8-3A5C-2CBE6171EA38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73" name="TextBox 351">
              <a:extLst>
                <a:ext uri="{FF2B5EF4-FFF2-40B4-BE49-F238E27FC236}">
                  <a16:creationId xmlns:a16="http://schemas.microsoft.com/office/drawing/2014/main" id="{13637233-69E9-6931-7FAD-7B568166FB50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98" name="Group 352">
            <a:extLst>
              <a:ext uri="{FF2B5EF4-FFF2-40B4-BE49-F238E27FC236}">
                <a16:creationId xmlns:a16="http://schemas.microsoft.com/office/drawing/2014/main" id="{A39E42B2-2979-1BA9-3CD7-B93034138C9D}"/>
              </a:ext>
            </a:extLst>
          </p:cNvPr>
          <p:cNvGrpSpPr/>
          <p:nvPr/>
        </p:nvGrpSpPr>
        <p:grpSpPr>
          <a:xfrm>
            <a:off x="10751371" y="3300915"/>
            <a:ext cx="808006" cy="362236"/>
            <a:chOff x="0" y="0"/>
            <a:chExt cx="1077341" cy="482981"/>
          </a:xfrm>
        </p:grpSpPr>
        <p:sp>
          <p:nvSpPr>
            <p:cNvPr id="271" name="Freeform 353">
              <a:extLst>
                <a:ext uri="{FF2B5EF4-FFF2-40B4-BE49-F238E27FC236}">
                  <a16:creationId xmlns:a16="http://schemas.microsoft.com/office/drawing/2014/main" id="{C46FFD54-6185-2A68-E3F8-225A433B1D01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E8F7ED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9" name="Group 354">
            <a:extLst>
              <a:ext uri="{FF2B5EF4-FFF2-40B4-BE49-F238E27FC236}">
                <a16:creationId xmlns:a16="http://schemas.microsoft.com/office/drawing/2014/main" id="{3232034D-6124-655E-DC15-9F51D258032F}"/>
              </a:ext>
            </a:extLst>
          </p:cNvPr>
          <p:cNvGrpSpPr/>
          <p:nvPr/>
        </p:nvGrpSpPr>
        <p:grpSpPr>
          <a:xfrm>
            <a:off x="11035378" y="3340605"/>
            <a:ext cx="240030" cy="261461"/>
            <a:chOff x="0" y="-28575"/>
            <a:chExt cx="320040" cy="348615"/>
          </a:xfrm>
        </p:grpSpPr>
        <p:sp>
          <p:nvSpPr>
            <p:cNvPr id="269" name="Freeform 355">
              <a:extLst>
                <a:ext uri="{FF2B5EF4-FFF2-40B4-BE49-F238E27FC236}">
                  <a16:creationId xmlns:a16="http://schemas.microsoft.com/office/drawing/2014/main" id="{793DCBD5-F2CF-204B-FE99-371D32B46103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2F8F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70" name="TextBox 356">
              <a:extLst>
                <a:ext uri="{FF2B5EF4-FFF2-40B4-BE49-F238E27FC236}">
                  <a16:creationId xmlns:a16="http://schemas.microsoft.com/office/drawing/2014/main" id="{E84BD905-DF99-E0CE-1285-BD3F0A0639FB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00" name="Group 357">
            <a:extLst>
              <a:ext uri="{FF2B5EF4-FFF2-40B4-BE49-F238E27FC236}">
                <a16:creationId xmlns:a16="http://schemas.microsoft.com/office/drawing/2014/main" id="{93426740-1ABD-D6DC-6EC9-384F1E42E186}"/>
              </a:ext>
            </a:extLst>
          </p:cNvPr>
          <p:cNvGrpSpPr/>
          <p:nvPr/>
        </p:nvGrpSpPr>
        <p:grpSpPr>
          <a:xfrm>
            <a:off x="580145" y="3589241"/>
            <a:ext cx="1800128" cy="360006"/>
            <a:chOff x="0" y="-9525"/>
            <a:chExt cx="3820579" cy="492548"/>
          </a:xfrm>
        </p:grpSpPr>
        <p:sp>
          <p:nvSpPr>
            <p:cNvPr id="267" name="Freeform 358">
              <a:extLst>
                <a:ext uri="{FF2B5EF4-FFF2-40B4-BE49-F238E27FC236}">
                  <a16:creationId xmlns:a16="http://schemas.microsoft.com/office/drawing/2014/main" id="{F497BF8D-F8AC-A458-37B1-1D42C8D4CF56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8" name="TextBox 359">
              <a:extLst>
                <a:ext uri="{FF2B5EF4-FFF2-40B4-BE49-F238E27FC236}">
                  <a16:creationId xmlns:a16="http://schemas.microsoft.com/office/drawing/2014/main" id="{7203FBBD-1002-3855-BDAC-EB371BC1A2D0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Poros</a:t>
              </a:r>
            </a:p>
          </p:txBody>
        </p:sp>
      </p:grpSp>
      <p:grpSp>
        <p:nvGrpSpPr>
          <p:cNvPr id="101" name="Group 360">
            <a:extLst>
              <a:ext uri="{FF2B5EF4-FFF2-40B4-BE49-F238E27FC236}">
                <a16:creationId xmlns:a16="http://schemas.microsoft.com/office/drawing/2014/main" id="{8B638452-2925-7597-AAF6-74A47FF8FC45}"/>
              </a:ext>
            </a:extLst>
          </p:cNvPr>
          <p:cNvGrpSpPr/>
          <p:nvPr/>
        </p:nvGrpSpPr>
        <p:grpSpPr>
          <a:xfrm>
            <a:off x="2380882" y="3602058"/>
            <a:ext cx="808006" cy="362236"/>
            <a:chOff x="0" y="0"/>
            <a:chExt cx="1077341" cy="482981"/>
          </a:xfrm>
        </p:grpSpPr>
        <p:sp>
          <p:nvSpPr>
            <p:cNvPr id="266" name="Freeform 361">
              <a:extLst>
                <a:ext uri="{FF2B5EF4-FFF2-40B4-BE49-F238E27FC236}">
                  <a16:creationId xmlns:a16="http://schemas.microsoft.com/office/drawing/2014/main" id="{AA1FF6CB-9361-D699-780F-2002946ADC4A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EBEB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2" name="Group 362">
            <a:extLst>
              <a:ext uri="{FF2B5EF4-FFF2-40B4-BE49-F238E27FC236}">
                <a16:creationId xmlns:a16="http://schemas.microsoft.com/office/drawing/2014/main" id="{E079DBB7-19A5-D81A-F35D-C2302BE320C7}"/>
              </a:ext>
            </a:extLst>
          </p:cNvPr>
          <p:cNvGrpSpPr/>
          <p:nvPr/>
        </p:nvGrpSpPr>
        <p:grpSpPr>
          <a:xfrm>
            <a:off x="2664889" y="3641748"/>
            <a:ext cx="240030" cy="261461"/>
            <a:chOff x="0" y="-28575"/>
            <a:chExt cx="320040" cy="348615"/>
          </a:xfrm>
        </p:grpSpPr>
        <p:sp>
          <p:nvSpPr>
            <p:cNvPr id="264" name="Freeform 363">
              <a:extLst>
                <a:ext uri="{FF2B5EF4-FFF2-40B4-BE49-F238E27FC236}">
                  <a16:creationId xmlns:a16="http://schemas.microsoft.com/office/drawing/2014/main" id="{2617B8C0-A85A-897F-A6CC-027F73774E1B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D6282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65" name="TextBox 364">
              <a:extLst>
                <a:ext uri="{FF2B5EF4-FFF2-40B4-BE49-F238E27FC236}">
                  <a16:creationId xmlns:a16="http://schemas.microsoft.com/office/drawing/2014/main" id="{A5A3D181-B0CB-646F-9C87-E08D38BFBC8A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105" name="Group 370">
            <a:extLst>
              <a:ext uri="{FF2B5EF4-FFF2-40B4-BE49-F238E27FC236}">
                <a16:creationId xmlns:a16="http://schemas.microsoft.com/office/drawing/2014/main" id="{9D494D4E-6F45-99D6-AAE7-BBDCA952ED9E}"/>
              </a:ext>
            </a:extLst>
          </p:cNvPr>
          <p:cNvGrpSpPr/>
          <p:nvPr/>
        </p:nvGrpSpPr>
        <p:grpSpPr>
          <a:xfrm>
            <a:off x="5073186" y="3596512"/>
            <a:ext cx="808006" cy="362236"/>
            <a:chOff x="0" y="0"/>
            <a:chExt cx="1077341" cy="482981"/>
          </a:xfrm>
        </p:grpSpPr>
        <p:sp>
          <p:nvSpPr>
            <p:cNvPr id="260" name="Freeform 371">
              <a:extLst>
                <a:ext uri="{FF2B5EF4-FFF2-40B4-BE49-F238E27FC236}">
                  <a16:creationId xmlns:a16="http://schemas.microsoft.com/office/drawing/2014/main" id="{90F4CA0A-7444-A577-797F-7C7AEF601238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6" name="Group 372">
            <a:extLst>
              <a:ext uri="{FF2B5EF4-FFF2-40B4-BE49-F238E27FC236}">
                <a16:creationId xmlns:a16="http://schemas.microsoft.com/office/drawing/2014/main" id="{313ADEB2-5CAB-BDE0-C8C3-D7A98AAECEDF}"/>
              </a:ext>
            </a:extLst>
          </p:cNvPr>
          <p:cNvGrpSpPr/>
          <p:nvPr/>
        </p:nvGrpSpPr>
        <p:grpSpPr>
          <a:xfrm>
            <a:off x="5357193" y="3643345"/>
            <a:ext cx="240030" cy="254318"/>
            <a:chOff x="0" y="-19050"/>
            <a:chExt cx="320040" cy="339090"/>
          </a:xfrm>
        </p:grpSpPr>
        <p:sp>
          <p:nvSpPr>
            <p:cNvPr id="258" name="Freeform 373">
              <a:extLst>
                <a:ext uri="{FF2B5EF4-FFF2-40B4-BE49-F238E27FC236}">
                  <a16:creationId xmlns:a16="http://schemas.microsoft.com/office/drawing/2014/main" id="{A1F9A0A2-6D42-37CB-DF71-0F17252DC366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59" name="TextBox 374">
              <a:extLst>
                <a:ext uri="{FF2B5EF4-FFF2-40B4-BE49-F238E27FC236}">
                  <a16:creationId xmlns:a16="http://schemas.microsoft.com/office/drawing/2014/main" id="{A2BB82FC-F709-78F7-CDE0-C4A5294F6CCC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109" name="Group 380">
            <a:extLst>
              <a:ext uri="{FF2B5EF4-FFF2-40B4-BE49-F238E27FC236}">
                <a16:creationId xmlns:a16="http://schemas.microsoft.com/office/drawing/2014/main" id="{F58F1389-AFEA-D3A1-DF15-596D611EE36A}"/>
              </a:ext>
            </a:extLst>
          </p:cNvPr>
          <p:cNvGrpSpPr/>
          <p:nvPr/>
        </p:nvGrpSpPr>
        <p:grpSpPr>
          <a:xfrm>
            <a:off x="7867585" y="3628013"/>
            <a:ext cx="808006" cy="362236"/>
            <a:chOff x="0" y="0"/>
            <a:chExt cx="1077341" cy="482981"/>
          </a:xfrm>
        </p:grpSpPr>
        <p:sp>
          <p:nvSpPr>
            <p:cNvPr id="254" name="Freeform 381">
              <a:extLst>
                <a:ext uri="{FF2B5EF4-FFF2-40B4-BE49-F238E27FC236}">
                  <a16:creationId xmlns:a16="http://schemas.microsoft.com/office/drawing/2014/main" id="{92CD4F74-B9DB-E6A0-E152-BF3615AB94BD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E8F7ED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0" name="Group 382">
            <a:extLst>
              <a:ext uri="{FF2B5EF4-FFF2-40B4-BE49-F238E27FC236}">
                <a16:creationId xmlns:a16="http://schemas.microsoft.com/office/drawing/2014/main" id="{84F9EC1E-5D24-543A-F140-9C41E1F783CA}"/>
              </a:ext>
            </a:extLst>
          </p:cNvPr>
          <p:cNvGrpSpPr/>
          <p:nvPr/>
        </p:nvGrpSpPr>
        <p:grpSpPr>
          <a:xfrm>
            <a:off x="8151592" y="3667703"/>
            <a:ext cx="240030" cy="261461"/>
            <a:chOff x="0" y="-28575"/>
            <a:chExt cx="320040" cy="348615"/>
          </a:xfrm>
        </p:grpSpPr>
        <p:sp>
          <p:nvSpPr>
            <p:cNvPr id="252" name="Freeform 383">
              <a:extLst>
                <a:ext uri="{FF2B5EF4-FFF2-40B4-BE49-F238E27FC236}">
                  <a16:creationId xmlns:a16="http://schemas.microsoft.com/office/drawing/2014/main" id="{D75BE3D0-9AC2-D911-4F8C-B6F0EFD72652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2F8F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53" name="TextBox 384">
              <a:extLst>
                <a:ext uri="{FF2B5EF4-FFF2-40B4-BE49-F238E27FC236}">
                  <a16:creationId xmlns:a16="http://schemas.microsoft.com/office/drawing/2014/main" id="{8DF5EB7D-2A32-55AB-5EE9-4E4AAFD56FD9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11" name="Group 385">
            <a:extLst>
              <a:ext uri="{FF2B5EF4-FFF2-40B4-BE49-F238E27FC236}">
                <a16:creationId xmlns:a16="http://schemas.microsoft.com/office/drawing/2014/main" id="{90E211F7-68AE-5B71-B1AE-6C7DC484723F}"/>
              </a:ext>
            </a:extLst>
          </p:cNvPr>
          <p:cNvGrpSpPr/>
          <p:nvPr/>
        </p:nvGrpSpPr>
        <p:grpSpPr>
          <a:xfrm>
            <a:off x="10751371" y="3655245"/>
            <a:ext cx="808006" cy="362236"/>
            <a:chOff x="0" y="0"/>
            <a:chExt cx="1077341" cy="482981"/>
          </a:xfrm>
        </p:grpSpPr>
        <p:sp>
          <p:nvSpPr>
            <p:cNvPr id="251" name="Freeform 386">
              <a:extLst>
                <a:ext uri="{FF2B5EF4-FFF2-40B4-BE49-F238E27FC236}">
                  <a16:creationId xmlns:a16="http://schemas.microsoft.com/office/drawing/2014/main" id="{97E665A4-99F6-F9C6-0D13-8E59729BCFD6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80518"/>
                  </a:moveTo>
                  <a:cubicBezTo>
                    <a:pt x="0" y="36068"/>
                    <a:pt x="36068" y="0"/>
                    <a:pt x="80518" y="0"/>
                  </a:cubicBezTo>
                  <a:lnTo>
                    <a:pt x="996823" y="0"/>
                  </a:lnTo>
                  <a:cubicBezTo>
                    <a:pt x="1041273" y="0"/>
                    <a:pt x="1077341" y="36068"/>
                    <a:pt x="1077341" y="80518"/>
                  </a:cubicBezTo>
                  <a:lnTo>
                    <a:pt x="1077341" y="402463"/>
                  </a:lnTo>
                  <a:cubicBezTo>
                    <a:pt x="1077341" y="446913"/>
                    <a:pt x="1041273" y="482981"/>
                    <a:pt x="996823" y="482981"/>
                  </a:cubicBezTo>
                  <a:lnTo>
                    <a:pt x="80518" y="482981"/>
                  </a:lnTo>
                  <a:cubicBezTo>
                    <a:pt x="36068" y="482981"/>
                    <a:pt x="0" y="447040"/>
                    <a:pt x="0" y="402463"/>
                  </a:cubicBezTo>
                  <a:close/>
                </a:path>
              </a:pathLst>
            </a:custGeom>
            <a:solidFill>
              <a:srgbClr val="E8F7ED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2" name="Group 387">
            <a:extLst>
              <a:ext uri="{FF2B5EF4-FFF2-40B4-BE49-F238E27FC236}">
                <a16:creationId xmlns:a16="http://schemas.microsoft.com/office/drawing/2014/main" id="{E93790D1-334F-4151-C09F-95FBD33A9A99}"/>
              </a:ext>
            </a:extLst>
          </p:cNvPr>
          <p:cNvGrpSpPr/>
          <p:nvPr/>
        </p:nvGrpSpPr>
        <p:grpSpPr>
          <a:xfrm>
            <a:off x="11035378" y="3694935"/>
            <a:ext cx="240030" cy="261461"/>
            <a:chOff x="0" y="-28575"/>
            <a:chExt cx="320040" cy="348615"/>
          </a:xfrm>
        </p:grpSpPr>
        <p:sp>
          <p:nvSpPr>
            <p:cNvPr id="249" name="Freeform 388">
              <a:extLst>
                <a:ext uri="{FF2B5EF4-FFF2-40B4-BE49-F238E27FC236}">
                  <a16:creationId xmlns:a16="http://schemas.microsoft.com/office/drawing/2014/main" id="{F4902BC4-6D2E-6166-3AA7-AE5C8167A086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2F8F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50" name="TextBox 389">
              <a:extLst>
                <a:ext uri="{FF2B5EF4-FFF2-40B4-BE49-F238E27FC236}">
                  <a16:creationId xmlns:a16="http://schemas.microsoft.com/office/drawing/2014/main" id="{907B9213-3761-F37F-169D-FDB475119964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13" name="Group 390">
            <a:extLst>
              <a:ext uri="{FF2B5EF4-FFF2-40B4-BE49-F238E27FC236}">
                <a16:creationId xmlns:a16="http://schemas.microsoft.com/office/drawing/2014/main" id="{9BEB1FAE-A848-8E94-9427-117CAC4614D0}"/>
              </a:ext>
            </a:extLst>
          </p:cNvPr>
          <p:cNvGrpSpPr/>
          <p:nvPr/>
        </p:nvGrpSpPr>
        <p:grpSpPr>
          <a:xfrm>
            <a:off x="580145" y="3943571"/>
            <a:ext cx="1800128" cy="360006"/>
            <a:chOff x="0" y="-9525"/>
            <a:chExt cx="3820579" cy="492548"/>
          </a:xfrm>
        </p:grpSpPr>
        <p:sp>
          <p:nvSpPr>
            <p:cNvPr id="247" name="Freeform 391">
              <a:extLst>
                <a:ext uri="{FF2B5EF4-FFF2-40B4-BE49-F238E27FC236}">
                  <a16:creationId xmlns:a16="http://schemas.microsoft.com/office/drawing/2014/main" id="{1AC4BDA4-8C76-C28D-69FA-057E2AC71D86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8" name="TextBox 392">
              <a:extLst>
                <a:ext uri="{FF2B5EF4-FFF2-40B4-BE49-F238E27FC236}">
                  <a16:creationId xmlns:a16="http://schemas.microsoft.com/office/drawing/2014/main" id="{C4D12AAB-3165-13B8-E579-DA5384A93432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Bolhas</a:t>
              </a:r>
            </a:p>
          </p:txBody>
        </p:sp>
      </p:grpSp>
      <p:grpSp>
        <p:nvGrpSpPr>
          <p:cNvPr id="114" name="Group 393">
            <a:extLst>
              <a:ext uri="{FF2B5EF4-FFF2-40B4-BE49-F238E27FC236}">
                <a16:creationId xmlns:a16="http://schemas.microsoft.com/office/drawing/2014/main" id="{786A22AC-56CC-1776-BA76-A2A96BE04D88}"/>
              </a:ext>
            </a:extLst>
          </p:cNvPr>
          <p:cNvGrpSpPr/>
          <p:nvPr/>
        </p:nvGrpSpPr>
        <p:grpSpPr>
          <a:xfrm>
            <a:off x="2380882" y="3956388"/>
            <a:ext cx="808006" cy="362236"/>
            <a:chOff x="0" y="0"/>
            <a:chExt cx="1077341" cy="482981"/>
          </a:xfrm>
        </p:grpSpPr>
        <p:sp>
          <p:nvSpPr>
            <p:cNvPr id="246" name="Freeform 394">
              <a:extLst>
                <a:ext uri="{FF2B5EF4-FFF2-40B4-BE49-F238E27FC236}">
                  <a16:creationId xmlns:a16="http://schemas.microsoft.com/office/drawing/2014/main" id="{BB354ECC-F6C6-2F28-DB74-D34F3DD1D3CB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EBEB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5" name="Group 395">
            <a:extLst>
              <a:ext uri="{FF2B5EF4-FFF2-40B4-BE49-F238E27FC236}">
                <a16:creationId xmlns:a16="http://schemas.microsoft.com/office/drawing/2014/main" id="{69358757-DBF3-5CC8-5BCF-B81FF4696955}"/>
              </a:ext>
            </a:extLst>
          </p:cNvPr>
          <p:cNvGrpSpPr/>
          <p:nvPr/>
        </p:nvGrpSpPr>
        <p:grpSpPr>
          <a:xfrm>
            <a:off x="2664889" y="3996078"/>
            <a:ext cx="240030" cy="261461"/>
            <a:chOff x="0" y="-28575"/>
            <a:chExt cx="320040" cy="348615"/>
          </a:xfrm>
        </p:grpSpPr>
        <p:sp>
          <p:nvSpPr>
            <p:cNvPr id="244" name="Freeform 396">
              <a:extLst>
                <a:ext uri="{FF2B5EF4-FFF2-40B4-BE49-F238E27FC236}">
                  <a16:creationId xmlns:a16="http://schemas.microsoft.com/office/drawing/2014/main" id="{D65723ED-F1F7-57EC-CC85-61BECB7BCBB8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D6282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45" name="TextBox 397">
              <a:extLst>
                <a:ext uri="{FF2B5EF4-FFF2-40B4-BE49-F238E27FC236}">
                  <a16:creationId xmlns:a16="http://schemas.microsoft.com/office/drawing/2014/main" id="{53189A3B-ACED-1012-61E0-0EDBA1CC743C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118" name="Group 403">
            <a:extLst>
              <a:ext uri="{FF2B5EF4-FFF2-40B4-BE49-F238E27FC236}">
                <a16:creationId xmlns:a16="http://schemas.microsoft.com/office/drawing/2014/main" id="{9F7A34D7-50AD-7987-352C-448A33DA7E15}"/>
              </a:ext>
            </a:extLst>
          </p:cNvPr>
          <p:cNvGrpSpPr/>
          <p:nvPr/>
        </p:nvGrpSpPr>
        <p:grpSpPr>
          <a:xfrm>
            <a:off x="5073186" y="3950842"/>
            <a:ext cx="808006" cy="362236"/>
            <a:chOff x="0" y="0"/>
            <a:chExt cx="1077341" cy="482981"/>
          </a:xfrm>
        </p:grpSpPr>
        <p:sp>
          <p:nvSpPr>
            <p:cNvPr id="240" name="Freeform 404">
              <a:extLst>
                <a:ext uri="{FF2B5EF4-FFF2-40B4-BE49-F238E27FC236}">
                  <a16:creationId xmlns:a16="http://schemas.microsoft.com/office/drawing/2014/main" id="{7C9272CD-6D9B-E03A-EBA8-C928C5E7D1C2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EBEB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9" name="Group 405">
            <a:extLst>
              <a:ext uri="{FF2B5EF4-FFF2-40B4-BE49-F238E27FC236}">
                <a16:creationId xmlns:a16="http://schemas.microsoft.com/office/drawing/2014/main" id="{C1A1E24A-6242-D6A0-6503-EF76349F1A87}"/>
              </a:ext>
            </a:extLst>
          </p:cNvPr>
          <p:cNvGrpSpPr/>
          <p:nvPr/>
        </p:nvGrpSpPr>
        <p:grpSpPr>
          <a:xfrm>
            <a:off x="5357193" y="3990532"/>
            <a:ext cx="240030" cy="261461"/>
            <a:chOff x="0" y="-28575"/>
            <a:chExt cx="320040" cy="348615"/>
          </a:xfrm>
        </p:grpSpPr>
        <p:sp>
          <p:nvSpPr>
            <p:cNvPr id="238" name="Freeform 406">
              <a:extLst>
                <a:ext uri="{FF2B5EF4-FFF2-40B4-BE49-F238E27FC236}">
                  <a16:creationId xmlns:a16="http://schemas.microsoft.com/office/drawing/2014/main" id="{859726BF-C6D4-746E-4852-E6610596B771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D6282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9" name="TextBox 407">
              <a:extLst>
                <a:ext uri="{FF2B5EF4-FFF2-40B4-BE49-F238E27FC236}">
                  <a16:creationId xmlns:a16="http://schemas.microsoft.com/office/drawing/2014/main" id="{A568731B-C357-26FD-E99B-3BE58E87EA27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122" name="Group 413">
            <a:extLst>
              <a:ext uri="{FF2B5EF4-FFF2-40B4-BE49-F238E27FC236}">
                <a16:creationId xmlns:a16="http://schemas.microsoft.com/office/drawing/2014/main" id="{3AA251E3-5D25-87A3-F6BD-EEBF20828371}"/>
              </a:ext>
            </a:extLst>
          </p:cNvPr>
          <p:cNvGrpSpPr/>
          <p:nvPr/>
        </p:nvGrpSpPr>
        <p:grpSpPr>
          <a:xfrm>
            <a:off x="7867585" y="3982343"/>
            <a:ext cx="808006" cy="362236"/>
            <a:chOff x="0" y="0"/>
            <a:chExt cx="1077341" cy="482981"/>
          </a:xfrm>
        </p:grpSpPr>
        <p:sp>
          <p:nvSpPr>
            <p:cNvPr id="234" name="Freeform 414">
              <a:extLst>
                <a:ext uri="{FF2B5EF4-FFF2-40B4-BE49-F238E27FC236}">
                  <a16:creationId xmlns:a16="http://schemas.microsoft.com/office/drawing/2014/main" id="{4116E209-5E2B-8E75-6CB8-29A2BC3DDCAF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3" name="Group 415">
            <a:extLst>
              <a:ext uri="{FF2B5EF4-FFF2-40B4-BE49-F238E27FC236}">
                <a16:creationId xmlns:a16="http://schemas.microsoft.com/office/drawing/2014/main" id="{8B293195-FDB8-F731-B3EC-2796DA0119EC}"/>
              </a:ext>
            </a:extLst>
          </p:cNvPr>
          <p:cNvGrpSpPr/>
          <p:nvPr/>
        </p:nvGrpSpPr>
        <p:grpSpPr>
          <a:xfrm>
            <a:off x="8151592" y="4029176"/>
            <a:ext cx="240030" cy="254318"/>
            <a:chOff x="0" y="-19050"/>
            <a:chExt cx="320040" cy="339090"/>
          </a:xfrm>
        </p:grpSpPr>
        <p:sp>
          <p:nvSpPr>
            <p:cNvPr id="232" name="Freeform 416">
              <a:extLst>
                <a:ext uri="{FF2B5EF4-FFF2-40B4-BE49-F238E27FC236}">
                  <a16:creationId xmlns:a16="http://schemas.microsoft.com/office/drawing/2014/main" id="{0CCDD032-5800-CD5E-7F3D-2A57BAB2EB87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3" name="TextBox 417">
              <a:extLst>
                <a:ext uri="{FF2B5EF4-FFF2-40B4-BE49-F238E27FC236}">
                  <a16:creationId xmlns:a16="http://schemas.microsoft.com/office/drawing/2014/main" id="{4FA8707E-A35A-FEA7-47D4-9BCB1ABEE8DB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124" name="Group 418">
            <a:extLst>
              <a:ext uri="{FF2B5EF4-FFF2-40B4-BE49-F238E27FC236}">
                <a16:creationId xmlns:a16="http://schemas.microsoft.com/office/drawing/2014/main" id="{79D13A83-F557-4869-4EB1-0B5D99452093}"/>
              </a:ext>
            </a:extLst>
          </p:cNvPr>
          <p:cNvGrpSpPr/>
          <p:nvPr/>
        </p:nvGrpSpPr>
        <p:grpSpPr>
          <a:xfrm>
            <a:off x="10751371" y="4009575"/>
            <a:ext cx="808006" cy="362236"/>
            <a:chOff x="0" y="0"/>
            <a:chExt cx="1077341" cy="482981"/>
          </a:xfrm>
        </p:grpSpPr>
        <p:sp>
          <p:nvSpPr>
            <p:cNvPr id="231" name="Freeform 419">
              <a:extLst>
                <a:ext uri="{FF2B5EF4-FFF2-40B4-BE49-F238E27FC236}">
                  <a16:creationId xmlns:a16="http://schemas.microsoft.com/office/drawing/2014/main" id="{E7D597F4-6DF3-27B5-F313-0EF35A525095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E8F7ED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5" name="Group 420">
            <a:extLst>
              <a:ext uri="{FF2B5EF4-FFF2-40B4-BE49-F238E27FC236}">
                <a16:creationId xmlns:a16="http://schemas.microsoft.com/office/drawing/2014/main" id="{63E916F4-CE51-8F59-7EF0-821286519C75}"/>
              </a:ext>
            </a:extLst>
          </p:cNvPr>
          <p:cNvGrpSpPr/>
          <p:nvPr/>
        </p:nvGrpSpPr>
        <p:grpSpPr>
          <a:xfrm>
            <a:off x="11035378" y="4049265"/>
            <a:ext cx="240030" cy="261461"/>
            <a:chOff x="0" y="-28575"/>
            <a:chExt cx="320040" cy="348615"/>
          </a:xfrm>
        </p:grpSpPr>
        <p:sp>
          <p:nvSpPr>
            <p:cNvPr id="229" name="Freeform 421">
              <a:extLst>
                <a:ext uri="{FF2B5EF4-FFF2-40B4-BE49-F238E27FC236}">
                  <a16:creationId xmlns:a16="http://schemas.microsoft.com/office/drawing/2014/main" id="{B93277A5-D8FC-6256-93C6-646E3B724E64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2F8F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0" name="TextBox 422">
              <a:extLst>
                <a:ext uri="{FF2B5EF4-FFF2-40B4-BE49-F238E27FC236}">
                  <a16:creationId xmlns:a16="http://schemas.microsoft.com/office/drawing/2014/main" id="{7ADD838C-8721-388A-D6A6-DD76DE967B8D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26" name="Group 423">
            <a:extLst>
              <a:ext uri="{FF2B5EF4-FFF2-40B4-BE49-F238E27FC236}">
                <a16:creationId xmlns:a16="http://schemas.microsoft.com/office/drawing/2014/main" id="{B0368263-978C-B8BE-25D1-55F682CF6FC7}"/>
              </a:ext>
            </a:extLst>
          </p:cNvPr>
          <p:cNvGrpSpPr/>
          <p:nvPr/>
        </p:nvGrpSpPr>
        <p:grpSpPr>
          <a:xfrm>
            <a:off x="580145" y="4297901"/>
            <a:ext cx="1800128" cy="360006"/>
            <a:chOff x="0" y="-9525"/>
            <a:chExt cx="3820579" cy="492548"/>
          </a:xfrm>
        </p:grpSpPr>
        <p:sp>
          <p:nvSpPr>
            <p:cNvPr id="227" name="Freeform 424">
              <a:extLst>
                <a:ext uri="{FF2B5EF4-FFF2-40B4-BE49-F238E27FC236}">
                  <a16:creationId xmlns:a16="http://schemas.microsoft.com/office/drawing/2014/main" id="{5B320F7A-9ABE-147E-212C-3B0203A10777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8" name="TextBox 425">
              <a:extLst>
                <a:ext uri="{FF2B5EF4-FFF2-40B4-BE49-F238E27FC236}">
                  <a16:creationId xmlns:a16="http://schemas.microsoft.com/office/drawing/2014/main" id="{E0BCFFC6-34CD-5221-6FE6-74101444BFCB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Falha de pintura</a:t>
              </a:r>
            </a:p>
          </p:txBody>
        </p:sp>
      </p:grpSp>
      <p:grpSp>
        <p:nvGrpSpPr>
          <p:cNvPr id="127" name="Group 426">
            <a:extLst>
              <a:ext uri="{FF2B5EF4-FFF2-40B4-BE49-F238E27FC236}">
                <a16:creationId xmlns:a16="http://schemas.microsoft.com/office/drawing/2014/main" id="{FC0E23B0-04EB-FF8D-0360-C57F0F3A4FF9}"/>
              </a:ext>
            </a:extLst>
          </p:cNvPr>
          <p:cNvGrpSpPr/>
          <p:nvPr/>
        </p:nvGrpSpPr>
        <p:grpSpPr>
          <a:xfrm>
            <a:off x="2380882" y="4310718"/>
            <a:ext cx="808006" cy="362236"/>
            <a:chOff x="0" y="0"/>
            <a:chExt cx="1077341" cy="482981"/>
          </a:xfrm>
        </p:grpSpPr>
        <p:sp>
          <p:nvSpPr>
            <p:cNvPr id="226" name="Freeform 427">
              <a:extLst>
                <a:ext uri="{FF2B5EF4-FFF2-40B4-BE49-F238E27FC236}">
                  <a16:creationId xmlns:a16="http://schemas.microsoft.com/office/drawing/2014/main" id="{3315B285-D024-C21F-5DA6-3F5806970EE6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EBEB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8" name="Group 428">
            <a:extLst>
              <a:ext uri="{FF2B5EF4-FFF2-40B4-BE49-F238E27FC236}">
                <a16:creationId xmlns:a16="http://schemas.microsoft.com/office/drawing/2014/main" id="{412B302A-0EC9-A68B-5B36-AFE56DAAADD5}"/>
              </a:ext>
            </a:extLst>
          </p:cNvPr>
          <p:cNvGrpSpPr/>
          <p:nvPr/>
        </p:nvGrpSpPr>
        <p:grpSpPr>
          <a:xfrm>
            <a:off x="2664889" y="4350408"/>
            <a:ext cx="240030" cy="261461"/>
            <a:chOff x="0" y="-28575"/>
            <a:chExt cx="320040" cy="348615"/>
          </a:xfrm>
        </p:grpSpPr>
        <p:sp>
          <p:nvSpPr>
            <p:cNvPr id="224" name="Freeform 429">
              <a:extLst>
                <a:ext uri="{FF2B5EF4-FFF2-40B4-BE49-F238E27FC236}">
                  <a16:creationId xmlns:a16="http://schemas.microsoft.com/office/drawing/2014/main" id="{3CD98637-13B0-FE98-962D-61545DC785F0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D6282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25" name="TextBox 430">
              <a:extLst>
                <a:ext uri="{FF2B5EF4-FFF2-40B4-BE49-F238E27FC236}">
                  <a16:creationId xmlns:a16="http://schemas.microsoft.com/office/drawing/2014/main" id="{21425056-11FA-53BC-3AF3-B1077C0C7949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131" name="Group 436">
            <a:extLst>
              <a:ext uri="{FF2B5EF4-FFF2-40B4-BE49-F238E27FC236}">
                <a16:creationId xmlns:a16="http://schemas.microsoft.com/office/drawing/2014/main" id="{8DFF36BF-E9FE-01B2-5FF3-897474B1B206}"/>
              </a:ext>
            </a:extLst>
          </p:cNvPr>
          <p:cNvGrpSpPr/>
          <p:nvPr/>
        </p:nvGrpSpPr>
        <p:grpSpPr>
          <a:xfrm>
            <a:off x="5073186" y="4305172"/>
            <a:ext cx="808006" cy="362236"/>
            <a:chOff x="0" y="0"/>
            <a:chExt cx="1077341" cy="482981"/>
          </a:xfrm>
        </p:grpSpPr>
        <p:sp>
          <p:nvSpPr>
            <p:cNvPr id="220" name="Freeform 437">
              <a:extLst>
                <a:ext uri="{FF2B5EF4-FFF2-40B4-BE49-F238E27FC236}">
                  <a16:creationId xmlns:a16="http://schemas.microsoft.com/office/drawing/2014/main" id="{FABD4E66-5B55-67C6-E981-39416F8F8B79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EBEB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2" name="Group 438">
            <a:extLst>
              <a:ext uri="{FF2B5EF4-FFF2-40B4-BE49-F238E27FC236}">
                <a16:creationId xmlns:a16="http://schemas.microsoft.com/office/drawing/2014/main" id="{6CD37422-D1EC-0ED1-3E58-01739C6DD17C}"/>
              </a:ext>
            </a:extLst>
          </p:cNvPr>
          <p:cNvGrpSpPr/>
          <p:nvPr/>
        </p:nvGrpSpPr>
        <p:grpSpPr>
          <a:xfrm>
            <a:off x="5357193" y="4344862"/>
            <a:ext cx="240030" cy="261461"/>
            <a:chOff x="0" y="-28575"/>
            <a:chExt cx="320040" cy="348615"/>
          </a:xfrm>
        </p:grpSpPr>
        <p:sp>
          <p:nvSpPr>
            <p:cNvPr id="218" name="Freeform 439">
              <a:extLst>
                <a:ext uri="{FF2B5EF4-FFF2-40B4-BE49-F238E27FC236}">
                  <a16:creationId xmlns:a16="http://schemas.microsoft.com/office/drawing/2014/main" id="{E5B564D6-5E62-9078-BC06-60F39406A05C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D6282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9" name="TextBox 440">
              <a:extLst>
                <a:ext uri="{FF2B5EF4-FFF2-40B4-BE49-F238E27FC236}">
                  <a16:creationId xmlns:a16="http://schemas.microsoft.com/office/drawing/2014/main" id="{4A9EE4DA-717B-609E-5DBB-3283B14F2B96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135" name="Group 446">
            <a:extLst>
              <a:ext uri="{FF2B5EF4-FFF2-40B4-BE49-F238E27FC236}">
                <a16:creationId xmlns:a16="http://schemas.microsoft.com/office/drawing/2014/main" id="{B904B0D4-8214-2D36-FE10-6F91555FE0FD}"/>
              </a:ext>
            </a:extLst>
          </p:cNvPr>
          <p:cNvGrpSpPr/>
          <p:nvPr/>
        </p:nvGrpSpPr>
        <p:grpSpPr>
          <a:xfrm>
            <a:off x="7867614" y="4351328"/>
            <a:ext cx="808006" cy="362236"/>
            <a:chOff x="0" y="0"/>
            <a:chExt cx="1077341" cy="482981"/>
          </a:xfrm>
        </p:grpSpPr>
        <p:sp>
          <p:nvSpPr>
            <p:cNvPr id="214" name="Freeform 447">
              <a:extLst>
                <a:ext uri="{FF2B5EF4-FFF2-40B4-BE49-F238E27FC236}">
                  <a16:creationId xmlns:a16="http://schemas.microsoft.com/office/drawing/2014/main" id="{E163C06F-FE13-E4EB-6227-46CFDCB05A38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6" name="Group 448">
            <a:extLst>
              <a:ext uri="{FF2B5EF4-FFF2-40B4-BE49-F238E27FC236}">
                <a16:creationId xmlns:a16="http://schemas.microsoft.com/office/drawing/2014/main" id="{13BF8C8E-3B05-6106-31FD-E311EBCF2BF7}"/>
              </a:ext>
            </a:extLst>
          </p:cNvPr>
          <p:cNvGrpSpPr/>
          <p:nvPr/>
        </p:nvGrpSpPr>
        <p:grpSpPr>
          <a:xfrm>
            <a:off x="8151592" y="4383506"/>
            <a:ext cx="240030" cy="254318"/>
            <a:chOff x="0" y="-19050"/>
            <a:chExt cx="320040" cy="339090"/>
          </a:xfrm>
        </p:grpSpPr>
        <p:sp>
          <p:nvSpPr>
            <p:cNvPr id="212" name="Freeform 449">
              <a:extLst>
                <a:ext uri="{FF2B5EF4-FFF2-40B4-BE49-F238E27FC236}">
                  <a16:creationId xmlns:a16="http://schemas.microsoft.com/office/drawing/2014/main" id="{FCD7F65A-983E-8657-101A-CC3B040F05D1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3" name="TextBox 450">
              <a:extLst>
                <a:ext uri="{FF2B5EF4-FFF2-40B4-BE49-F238E27FC236}">
                  <a16:creationId xmlns:a16="http://schemas.microsoft.com/office/drawing/2014/main" id="{575418C9-5508-8FFD-4FEF-12D0177C2F17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137" name="Group 451">
            <a:extLst>
              <a:ext uri="{FF2B5EF4-FFF2-40B4-BE49-F238E27FC236}">
                <a16:creationId xmlns:a16="http://schemas.microsoft.com/office/drawing/2014/main" id="{9F84579A-BE07-8C74-1518-122A07F7C01A}"/>
              </a:ext>
            </a:extLst>
          </p:cNvPr>
          <p:cNvGrpSpPr/>
          <p:nvPr/>
        </p:nvGrpSpPr>
        <p:grpSpPr>
          <a:xfrm>
            <a:off x="10751371" y="4363905"/>
            <a:ext cx="808006" cy="362236"/>
            <a:chOff x="0" y="0"/>
            <a:chExt cx="1077341" cy="482981"/>
          </a:xfrm>
        </p:grpSpPr>
        <p:sp>
          <p:nvSpPr>
            <p:cNvPr id="211" name="Freeform 452">
              <a:extLst>
                <a:ext uri="{FF2B5EF4-FFF2-40B4-BE49-F238E27FC236}">
                  <a16:creationId xmlns:a16="http://schemas.microsoft.com/office/drawing/2014/main" id="{45E4BFB1-8E75-B30A-9EF2-0F4D478794BC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E8F7ED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8" name="Group 453">
            <a:extLst>
              <a:ext uri="{FF2B5EF4-FFF2-40B4-BE49-F238E27FC236}">
                <a16:creationId xmlns:a16="http://schemas.microsoft.com/office/drawing/2014/main" id="{EE113803-490D-A693-4B6A-77C030477994}"/>
              </a:ext>
            </a:extLst>
          </p:cNvPr>
          <p:cNvGrpSpPr/>
          <p:nvPr/>
        </p:nvGrpSpPr>
        <p:grpSpPr>
          <a:xfrm>
            <a:off x="11035378" y="4403595"/>
            <a:ext cx="240030" cy="261461"/>
            <a:chOff x="0" y="-28575"/>
            <a:chExt cx="320040" cy="348615"/>
          </a:xfrm>
        </p:grpSpPr>
        <p:sp>
          <p:nvSpPr>
            <p:cNvPr id="209" name="Freeform 454">
              <a:extLst>
                <a:ext uri="{FF2B5EF4-FFF2-40B4-BE49-F238E27FC236}">
                  <a16:creationId xmlns:a16="http://schemas.microsoft.com/office/drawing/2014/main" id="{6A70F765-9682-05F8-AA62-E3334723CD7F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2F8F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0" name="TextBox 455">
              <a:extLst>
                <a:ext uri="{FF2B5EF4-FFF2-40B4-BE49-F238E27FC236}">
                  <a16:creationId xmlns:a16="http://schemas.microsoft.com/office/drawing/2014/main" id="{5409EFCE-6949-E310-17C3-4068D74A2DE0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39" name="Group 456">
            <a:extLst>
              <a:ext uri="{FF2B5EF4-FFF2-40B4-BE49-F238E27FC236}">
                <a16:creationId xmlns:a16="http://schemas.microsoft.com/office/drawing/2014/main" id="{C8C2BB04-B391-2E35-2C9B-EFCD590BFBCC}"/>
              </a:ext>
            </a:extLst>
          </p:cNvPr>
          <p:cNvGrpSpPr/>
          <p:nvPr/>
        </p:nvGrpSpPr>
        <p:grpSpPr>
          <a:xfrm>
            <a:off x="580145" y="4652231"/>
            <a:ext cx="1800128" cy="360006"/>
            <a:chOff x="0" y="-9525"/>
            <a:chExt cx="3820579" cy="492548"/>
          </a:xfrm>
        </p:grpSpPr>
        <p:sp>
          <p:nvSpPr>
            <p:cNvPr id="207" name="Freeform 457">
              <a:extLst>
                <a:ext uri="{FF2B5EF4-FFF2-40B4-BE49-F238E27FC236}">
                  <a16:creationId xmlns:a16="http://schemas.microsoft.com/office/drawing/2014/main" id="{D12D5D61-2B68-4FF0-25F5-02A187BBBE55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8" name="TextBox 458">
              <a:extLst>
                <a:ext uri="{FF2B5EF4-FFF2-40B4-BE49-F238E27FC236}">
                  <a16:creationId xmlns:a16="http://schemas.microsoft.com/office/drawing/2014/main" id="{B9B01FD8-FE69-B6B7-EA85-5A50F6BC5A27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Diferença da coloração</a:t>
              </a:r>
            </a:p>
          </p:txBody>
        </p:sp>
      </p:grpSp>
      <p:grpSp>
        <p:nvGrpSpPr>
          <p:cNvPr id="140" name="Group 459">
            <a:extLst>
              <a:ext uri="{FF2B5EF4-FFF2-40B4-BE49-F238E27FC236}">
                <a16:creationId xmlns:a16="http://schemas.microsoft.com/office/drawing/2014/main" id="{0D070A86-8917-F341-2766-0892618CB9C0}"/>
              </a:ext>
            </a:extLst>
          </p:cNvPr>
          <p:cNvGrpSpPr/>
          <p:nvPr/>
        </p:nvGrpSpPr>
        <p:grpSpPr>
          <a:xfrm>
            <a:off x="2380882" y="4665048"/>
            <a:ext cx="808006" cy="362236"/>
            <a:chOff x="0" y="0"/>
            <a:chExt cx="1077341" cy="482981"/>
          </a:xfrm>
        </p:grpSpPr>
        <p:sp>
          <p:nvSpPr>
            <p:cNvPr id="206" name="Freeform 460">
              <a:extLst>
                <a:ext uri="{FF2B5EF4-FFF2-40B4-BE49-F238E27FC236}">
                  <a16:creationId xmlns:a16="http://schemas.microsoft.com/office/drawing/2014/main" id="{0CEFD528-A0C7-A976-1929-645793D2313A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EBEB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1" name="Group 461">
            <a:extLst>
              <a:ext uri="{FF2B5EF4-FFF2-40B4-BE49-F238E27FC236}">
                <a16:creationId xmlns:a16="http://schemas.microsoft.com/office/drawing/2014/main" id="{86548CB6-2D13-0F16-7C84-5DEFB694A3C3}"/>
              </a:ext>
            </a:extLst>
          </p:cNvPr>
          <p:cNvGrpSpPr/>
          <p:nvPr/>
        </p:nvGrpSpPr>
        <p:grpSpPr>
          <a:xfrm>
            <a:off x="2664889" y="4704738"/>
            <a:ext cx="240030" cy="261461"/>
            <a:chOff x="0" y="-28575"/>
            <a:chExt cx="320040" cy="348615"/>
          </a:xfrm>
        </p:grpSpPr>
        <p:sp>
          <p:nvSpPr>
            <p:cNvPr id="204" name="Freeform 462">
              <a:extLst>
                <a:ext uri="{FF2B5EF4-FFF2-40B4-BE49-F238E27FC236}">
                  <a16:creationId xmlns:a16="http://schemas.microsoft.com/office/drawing/2014/main" id="{82BC2BAE-0A70-6A1B-2835-5ACDACBC2832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D6282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5" name="TextBox 463">
              <a:extLst>
                <a:ext uri="{FF2B5EF4-FFF2-40B4-BE49-F238E27FC236}">
                  <a16:creationId xmlns:a16="http://schemas.microsoft.com/office/drawing/2014/main" id="{BB9C65E9-F2DB-5C7B-10B3-066B59002746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144" name="Group 469">
            <a:extLst>
              <a:ext uri="{FF2B5EF4-FFF2-40B4-BE49-F238E27FC236}">
                <a16:creationId xmlns:a16="http://schemas.microsoft.com/office/drawing/2014/main" id="{42925FE7-E336-5F4E-F95F-5AFBA082A364}"/>
              </a:ext>
            </a:extLst>
          </p:cNvPr>
          <p:cNvGrpSpPr/>
          <p:nvPr/>
        </p:nvGrpSpPr>
        <p:grpSpPr>
          <a:xfrm>
            <a:off x="5073186" y="4659502"/>
            <a:ext cx="808006" cy="362236"/>
            <a:chOff x="0" y="0"/>
            <a:chExt cx="1077341" cy="482981"/>
          </a:xfrm>
        </p:grpSpPr>
        <p:sp>
          <p:nvSpPr>
            <p:cNvPr id="200" name="Freeform 470">
              <a:extLst>
                <a:ext uri="{FF2B5EF4-FFF2-40B4-BE49-F238E27FC236}">
                  <a16:creationId xmlns:a16="http://schemas.microsoft.com/office/drawing/2014/main" id="{E965C23C-C8B2-2FDF-F9D9-45BF0F5B7007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5" name="Group 471">
            <a:extLst>
              <a:ext uri="{FF2B5EF4-FFF2-40B4-BE49-F238E27FC236}">
                <a16:creationId xmlns:a16="http://schemas.microsoft.com/office/drawing/2014/main" id="{1F3B2EF5-5FB1-4E5E-F3A1-907FF52E375F}"/>
              </a:ext>
            </a:extLst>
          </p:cNvPr>
          <p:cNvGrpSpPr/>
          <p:nvPr/>
        </p:nvGrpSpPr>
        <p:grpSpPr>
          <a:xfrm>
            <a:off x="5357193" y="4706335"/>
            <a:ext cx="240030" cy="254318"/>
            <a:chOff x="0" y="-19050"/>
            <a:chExt cx="320040" cy="339090"/>
          </a:xfrm>
        </p:grpSpPr>
        <p:sp>
          <p:nvSpPr>
            <p:cNvPr id="198" name="Freeform 472">
              <a:extLst>
                <a:ext uri="{FF2B5EF4-FFF2-40B4-BE49-F238E27FC236}">
                  <a16:creationId xmlns:a16="http://schemas.microsoft.com/office/drawing/2014/main" id="{B7530DEA-82C9-C0BB-5C71-01FB9121CDCB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9" name="TextBox 473">
              <a:extLst>
                <a:ext uri="{FF2B5EF4-FFF2-40B4-BE49-F238E27FC236}">
                  <a16:creationId xmlns:a16="http://schemas.microsoft.com/office/drawing/2014/main" id="{65ACFAD2-0036-F112-3644-14AB1B88B984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148" name="Group 479">
            <a:extLst>
              <a:ext uri="{FF2B5EF4-FFF2-40B4-BE49-F238E27FC236}">
                <a16:creationId xmlns:a16="http://schemas.microsoft.com/office/drawing/2014/main" id="{FF4D2477-D66E-EF5B-E906-A6BF195B6ABC}"/>
              </a:ext>
            </a:extLst>
          </p:cNvPr>
          <p:cNvGrpSpPr/>
          <p:nvPr/>
        </p:nvGrpSpPr>
        <p:grpSpPr>
          <a:xfrm>
            <a:off x="7867585" y="4691003"/>
            <a:ext cx="808006" cy="362236"/>
            <a:chOff x="0" y="0"/>
            <a:chExt cx="1077341" cy="482981"/>
          </a:xfrm>
          <a:solidFill>
            <a:srgbClr val="FFF5E1"/>
          </a:solidFill>
        </p:grpSpPr>
        <p:sp>
          <p:nvSpPr>
            <p:cNvPr id="194" name="Freeform 480">
              <a:extLst>
                <a:ext uri="{FF2B5EF4-FFF2-40B4-BE49-F238E27FC236}">
                  <a16:creationId xmlns:a16="http://schemas.microsoft.com/office/drawing/2014/main" id="{50F94071-1D34-42CB-5376-29475EDAB17E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grpFill/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93" name="TextBox 483">
            <a:extLst>
              <a:ext uri="{FF2B5EF4-FFF2-40B4-BE49-F238E27FC236}">
                <a16:creationId xmlns:a16="http://schemas.microsoft.com/office/drawing/2014/main" id="{86744AA0-BCC5-5D31-CFC6-F7CCA5D800C6}"/>
              </a:ext>
            </a:extLst>
          </p:cNvPr>
          <p:cNvSpPr txBox="1"/>
          <p:nvPr/>
        </p:nvSpPr>
        <p:spPr>
          <a:xfrm>
            <a:off x="8151592" y="4730693"/>
            <a:ext cx="240030" cy="261461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22"/>
              </a:lnSpc>
            </a:pPr>
            <a:endParaRPr lang="en-US" sz="1102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150" name="Group 484">
            <a:extLst>
              <a:ext uri="{FF2B5EF4-FFF2-40B4-BE49-F238E27FC236}">
                <a16:creationId xmlns:a16="http://schemas.microsoft.com/office/drawing/2014/main" id="{268E8014-7898-A721-3900-A509D5D41D8A}"/>
              </a:ext>
            </a:extLst>
          </p:cNvPr>
          <p:cNvGrpSpPr/>
          <p:nvPr/>
        </p:nvGrpSpPr>
        <p:grpSpPr>
          <a:xfrm>
            <a:off x="10751371" y="4718235"/>
            <a:ext cx="808006" cy="362236"/>
            <a:chOff x="0" y="0"/>
            <a:chExt cx="1077341" cy="482981"/>
          </a:xfrm>
          <a:solidFill>
            <a:srgbClr val="FFF5E1"/>
          </a:solidFill>
        </p:grpSpPr>
        <p:sp>
          <p:nvSpPr>
            <p:cNvPr id="191" name="Freeform 485">
              <a:extLst>
                <a:ext uri="{FF2B5EF4-FFF2-40B4-BE49-F238E27FC236}">
                  <a16:creationId xmlns:a16="http://schemas.microsoft.com/office/drawing/2014/main" id="{611E4619-C794-89DD-DA83-6F8B36515B8B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grpFill/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2" name="Group 489">
            <a:extLst>
              <a:ext uri="{FF2B5EF4-FFF2-40B4-BE49-F238E27FC236}">
                <a16:creationId xmlns:a16="http://schemas.microsoft.com/office/drawing/2014/main" id="{CC3DE6E1-BC52-8AB7-96BA-A68021D9491B}"/>
              </a:ext>
            </a:extLst>
          </p:cNvPr>
          <p:cNvGrpSpPr/>
          <p:nvPr/>
        </p:nvGrpSpPr>
        <p:grpSpPr>
          <a:xfrm>
            <a:off x="580145" y="5006561"/>
            <a:ext cx="1800128" cy="360006"/>
            <a:chOff x="0" y="-9525"/>
            <a:chExt cx="3820579" cy="492548"/>
          </a:xfrm>
        </p:grpSpPr>
        <p:sp>
          <p:nvSpPr>
            <p:cNvPr id="187" name="Freeform 490">
              <a:extLst>
                <a:ext uri="{FF2B5EF4-FFF2-40B4-BE49-F238E27FC236}">
                  <a16:creationId xmlns:a16="http://schemas.microsoft.com/office/drawing/2014/main" id="{46299392-7F8E-76C3-A33E-B2472BB88F74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8" name="TextBox 491">
              <a:extLst>
                <a:ext uri="{FF2B5EF4-FFF2-40B4-BE49-F238E27FC236}">
                  <a16:creationId xmlns:a16="http://schemas.microsoft.com/office/drawing/2014/main" id="{04EAD63B-7868-6213-8549-E76EFB451DB5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Mapeamento</a:t>
              </a:r>
              <a:r>
                <a:rPr lang="en-US" sz="1375" dirty="0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da </a:t>
              </a: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chapa</a:t>
              </a:r>
              <a:endParaRPr lang="en-US" sz="1375" dirty="0">
                <a:solidFill>
                  <a:srgbClr val="18202A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153" name="Group 492">
            <a:extLst>
              <a:ext uri="{FF2B5EF4-FFF2-40B4-BE49-F238E27FC236}">
                <a16:creationId xmlns:a16="http://schemas.microsoft.com/office/drawing/2014/main" id="{045EEFE3-BA3D-09E0-C1CD-E9901FE81FB0}"/>
              </a:ext>
            </a:extLst>
          </p:cNvPr>
          <p:cNvGrpSpPr/>
          <p:nvPr/>
        </p:nvGrpSpPr>
        <p:grpSpPr>
          <a:xfrm>
            <a:off x="2380882" y="5019378"/>
            <a:ext cx="808006" cy="362236"/>
            <a:chOff x="0" y="0"/>
            <a:chExt cx="1077341" cy="482981"/>
          </a:xfrm>
        </p:grpSpPr>
        <p:sp>
          <p:nvSpPr>
            <p:cNvPr id="186" name="Freeform 493">
              <a:extLst>
                <a:ext uri="{FF2B5EF4-FFF2-40B4-BE49-F238E27FC236}">
                  <a16:creationId xmlns:a16="http://schemas.microsoft.com/office/drawing/2014/main" id="{21940082-8A89-4B69-A48E-77663C5A012C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EBEB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4" name="Group 494">
            <a:extLst>
              <a:ext uri="{FF2B5EF4-FFF2-40B4-BE49-F238E27FC236}">
                <a16:creationId xmlns:a16="http://schemas.microsoft.com/office/drawing/2014/main" id="{022D5020-F2D6-8AB6-EABA-0611FB3FB699}"/>
              </a:ext>
            </a:extLst>
          </p:cNvPr>
          <p:cNvGrpSpPr/>
          <p:nvPr/>
        </p:nvGrpSpPr>
        <p:grpSpPr>
          <a:xfrm>
            <a:off x="2664889" y="5059068"/>
            <a:ext cx="240030" cy="261461"/>
            <a:chOff x="0" y="-28575"/>
            <a:chExt cx="320040" cy="348615"/>
          </a:xfrm>
        </p:grpSpPr>
        <p:sp>
          <p:nvSpPr>
            <p:cNvPr id="184" name="Freeform 495">
              <a:extLst>
                <a:ext uri="{FF2B5EF4-FFF2-40B4-BE49-F238E27FC236}">
                  <a16:creationId xmlns:a16="http://schemas.microsoft.com/office/drawing/2014/main" id="{CD3E254B-E41F-F058-D030-91ED82AD9418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D6282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5" name="TextBox 496">
              <a:extLst>
                <a:ext uri="{FF2B5EF4-FFF2-40B4-BE49-F238E27FC236}">
                  <a16:creationId xmlns:a16="http://schemas.microsoft.com/office/drawing/2014/main" id="{1324613E-526A-CE50-5550-6FDA4DEFB05D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157" name="Group 502">
            <a:extLst>
              <a:ext uri="{FF2B5EF4-FFF2-40B4-BE49-F238E27FC236}">
                <a16:creationId xmlns:a16="http://schemas.microsoft.com/office/drawing/2014/main" id="{07B48033-9D5C-7051-C393-1F9550042A64}"/>
              </a:ext>
            </a:extLst>
          </p:cNvPr>
          <p:cNvGrpSpPr/>
          <p:nvPr/>
        </p:nvGrpSpPr>
        <p:grpSpPr>
          <a:xfrm>
            <a:off x="5073186" y="5013832"/>
            <a:ext cx="808006" cy="362236"/>
            <a:chOff x="0" y="0"/>
            <a:chExt cx="1077341" cy="482981"/>
          </a:xfrm>
        </p:grpSpPr>
        <p:sp>
          <p:nvSpPr>
            <p:cNvPr id="180" name="Freeform 503">
              <a:extLst>
                <a:ext uri="{FF2B5EF4-FFF2-40B4-BE49-F238E27FC236}">
                  <a16:creationId xmlns:a16="http://schemas.microsoft.com/office/drawing/2014/main" id="{8221762C-2FF9-734D-EDC1-C9E13CAB5A8A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FFF5E1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8" name="Group 504">
            <a:extLst>
              <a:ext uri="{FF2B5EF4-FFF2-40B4-BE49-F238E27FC236}">
                <a16:creationId xmlns:a16="http://schemas.microsoft.com/office/drawing/2014/main" id="{06366A91-0F39-5C60-DD1A-3AF29DFCCDD1}"/>
              </a:ext>
            </a:extLst>
          </p:cNvPr>
          <p:cNvGrpSpPr/>
          <p:nvPr/>
        </p:nvGrpSpPr>
        <p:grpSpPr>
          <a:xfrm>
            <a:off x="5357193" y="5060665"/>
            <a:ext cx="240030" cy="254318"/>
            <a:chOff x="0" y="-19050"/>
            <a:chExt cx="320040" cy="339090"/>
          </a:xfrm>
        </p:grpSpPr>
        <p:sp>
          <p:nvSpPr>
            <p:cNvPr id="178" name="Freeform 505">
              <a:extLst>
                <a:ext uri="{FF2B5EF4-FFF2-40B4-BE49-F238E27FC236}">
                  <a16:creationId xmlns:a16="http://schemas.microsoft.com/office/drawing/2014/main" id="{759E5EDC-B081-8C62-4FF2-06D4C7B3916C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9" name="TextBox 506">
              <a:extLst>
                <a:ext uri="{FF2B5EF4-FFF2-40B4-BE49-F238E27FC236}">
                  <a16:creationId xmlns:a16="http://schemas.microsoft.com/office/drawing/2014/main" id="{71E54B8B-A66F-D375-B093-F174679620EA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161" name="Group 512">
            <a:extLst>
              <a:ext uri="{FF2B5EF4-FFF2-40B4-BE49-F238E27FC236}">
                <a16:creationId xmlns:a16="http://schemas.microsoft.com/office/drawing/2014/main" id="{761C64C0-A018-2941-485D-4636D1E9DBF7}"/>
              </a:ext>
            </a:extLst>
          </p:cNvPr>
          <p:cNvGrpSpPr/>
          <p:nvPr/>
        </p:nvGrpSpPr>
        <p:grpSpPr>
          <a:xfrm>
            <a:off x="7867585" y="5045333"/>
            <a:ext cx="808006" cy="362236"/>
            <a:chOff x="0" y="0"/>
            <a:chExt cx="1077341" cy="482981"/>
          </a:xfrm>
        </p:grpSpPr>
        <p:sp>
          <p:nvSpPr>
            <p:cNvPr id="174" name="Freeform 513">
              <a:extLst>
                <a:ext uri="{FF2B5EF4-FFF2-40B4-BE49-F238E27FC236}">
                  <a16:creationId xmlns:a16="http://schemas.microsoft.com/office/drawing/2014/main" id="{618BD8AD-5DEA-132E-0649-343E87F5B162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E8F7ED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62" name="Group 514">
            <a:extLst>
              <a:ext uri="{FF2B5EF4-FFF2-40B4-BE49-F238E27FC236}">
                <a16:creationId xmlns:a16="http://schemas.microsoft.com/office/drawing/2014/main" id="{B326B950-51A6-ABB9-F6C9-1C96434F416B}"/>
              </a:ext>
            </a:extLst>
          </p:cNvPr>
          <p:cNvGrpSpPr/>
          <p:nvPr/>
        </p:nvGrpSpPr>
        <p:grpSpPr>
          <a:xfrm>
            <a:off x="8151592" y="5085023"/>
            <a:ext cx="240030" cy="261461"/>
            <a:chOff x="0" y="-28575"/>
            <a:chExt cx="320040" cy="348615"/>
          </a:xfrm>
        </p:grpSpPr>
        <p:sp>
          <p:nvSpPr>
            <p:cNvPr id="172" name="Freeform 515">
              <a:extLst>
                <a:ext uri="{FF2B5EF4-FFF2-40B4-BE49-F238E27FC236}">
                  <a16:creationId xmlns:a16="http://schemas.microsoft.com/office/drawing/2014/main" id="{90A6161B-21B8-80AD-9632-2FA19AABFC59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2F8F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3" name="TextBox 516">
              <a:extLst>
                <a:ext uri="{FF2B5EF4-FFF2-40B4-BE49-F238E27FC236}">
                  <a16:creationId xmlns:a16="http://schemas.microsoft.com/office/drawing/2014/main" id="{7DD78ADD-6C40-1D07-62E7-A8B217187D64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63" name="Group 517">
            <a:extLst>
              <a:ext uri="{FF2B5EF4-FFF2-40B4-BE49-F238E27FC236}">
                <a16:creationId xmlns:a16="http://schemas.microsoft.com/office/drawing/2014/main" id="{00D9DBC6-879C-8208-1733-885E60C3C415}"/>
              </a:ext>
            </a:extLst>
          </p:cNvPr>
          <p:cNvGrpSpPr/>
          <p:nvPr/>
        </p:nvGrpSpPr>
        <p:grpSpPr>
          <a:xfrm>
            <a:off x="10751371" y="5072565"/>
            <a:ext cx="808006" cy="362236"/>
            <a:chOff x="0" y="0"/>
            <a:chExt cx="1077341" cy="482981"/>
          </a:xfrm>
        </p:grpSpPr>
        <p:sp>
          <p:nvSpPr>
            <p:cNvPr id="171" name="Freeform 518">
              <a:extLst>
                <a:ext uri="{FF2B5EF4-FFF2-40B4-BE49-F238E27FC236}">
                  <a16:creationId xmlns:a16="http://schemas.microsoft.com/office/drawing/2014/main" id="{8B724958-F62A-3471-B615-414EA238676A}"/>
                </a:ext>
              </a:extLst>
            </p:cNvPr>
            <p:cNvSpPr/>
            <p:nvPr/>
          </p:nvSpPr>
          <p:spPr>
            <a:xfrm>
              <a:off x="0" y="0"/>
              <a:ext cx="1077341" cy="482981"/>
            </a:xfrm>
            <a:custGeom>
              <a:avLst/>
              <a:gdLst/>
              <a:ahLst/>
              <a:cxnLst/>
              <a:rect l="l" t="t" r="r" b="b"/>
              <a:pathLst>
                <a:path w="1077341" h="482981">
                  <a:moveTo>
                    <a:pt x="0" y="0"/>
                  </a:moveTo>
                  <a:lnTo>
                    <a:pt x="1077341" y="0"/>
                  </a:lnTo>
                  <a:lnTo>
                    <a:pt x="1077341" y="482981"/>
                  </a:lnTo>
                  <a:lnTo>
                    <a:pt x="0" y="482981"/>
                  </a:lnTo>
                  <a:close/>
                </a:path>
              </a:pathLst>
            </a:custGeom>
            <a:solidFill>
              <a:srgbClr val="E8F7ED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64" name="Group 519">
            <a:extLst>
              <a:ext uri="{FF2B5EF4-FFF2-40B4-BE49-F238E27FC236}">
                <a16:creationId xmlns:a16="http://schemas.microsoft.com/office/drawing/2014/main" id="{D859276D-B8D7-9B47-AF49-BAC70E921A8F}"/>
              </a:ext>
            </a:extLst>
          </p:cNvPr>
          <p:cNvGrpSpPr/>
          <p:nvPr/>
        </p:nvGrpSpPr>
        <p:grpSpPr>
          <a:xfrm>
            <a:off x="11035378" y="5112255"/>
            <a:ext cx="240030" cy="261461"/>
            <a:chOff x="0" y="-28575"/>
            <a:chExt cx="320040" cy="348615"/>
          </a:xfrm>
        </p:grpSpPr>
        <p:sp>
          <p:nvSpPr>
            <p:cNvPr id="169" name="Freeform 520">
              <a:extLst>
                <a:ext uri="{FF2B5EF4-FFF2-40B4-BE49-F238E27FC236}">
                  <a16:creationId xmlns:a16="http://schemas.microsoft.com/office/drawing/2014/main" id="{F8C0A27B-F0DE-8B94-D4FE-BE2A4F0BFAD3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2F8F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0" name="TextBox 521">
              <a:extLst>
                <a:ext uri="{FF2B5EF4-FFF2-40B4-BE49-F238E27FC236}">
                  <a16:creationId xmlns:a16="http://schemas.microsoft.com/office/drawing/2014/main" id="{71EF83C5-461F-DB73-F28B-54BC24ADD4ED}"/>
                </a:ext>
              </a:extLst>
            </p:cNvPr>
            <p:cNvSpPr txBox="1"/>
            <p:nvPr/>
          </p:nvSpPr>
          <p:spPr>
            <a:xfrm>
              <a:off x="0" y="-28575"/>
              <a:ext cx="320040" cy="348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424" name="Group 105">
            <a:extLst>
              <a:ext uri="{FF2B5EF4-FFF2-40B4-BE49-F238E27FC236}">
                <a16:creationId xmlns:a16="http://schemas.microsoft.com/office/drawing/2014/main" id="{7F235323-7080-1233-91BA-E31930285D25}"/>
              </a:ext>
            </a:extLst>
          </p:cNvPr>
          <p:cNvGrpSpPr/>
          <p:nvPr/>
        </p:nvGrpSpPr>
        <p:grpSpPr>
          <a:xfrm>
            <a:off x="3299191" y="759489"/>
            <a:ext cx="1803119" cy="364647"/>
            <a:chOff x="0" y="-9525"/>
            <a:chExt cx="3826929" cy="498898"/>
          </a:xfrm>
        </p:grpSpPr>
        <p:sp>
          <p:nvSpPr>
            <p:cNvPr id="425" name="Freeform 106">
              <a:extLst>
                <a:ext uri="{FF2B5EF4-FFF2-40B4-BE49-F238E27FC236}">
                  <a16:creationId xmlns:a16="http://schemas.microsoft.com/office/drawing/2014/main" id="{192EAAC1-34E6-BFCF-9706-F5BA53BA0FD9}"/>
                </a:ext>
              </a:extLst>
            </p:cNvPr>
            <p:cNvSpPr/>
            <p:nvPr/>
          </p:nvSpPr>
          <p:spPr>
            <a:xfrm>
              <a:off x="0" y="0"/>
              <a:ext cx="3826891" cy="489335"/>
            </a:xfrm>
            <a:custGeom>
              <a:avLst/>
              <a:gdLst/>
              <a:ahLst/>
              <a:cxnLst/>
              <a:rect l="l" t="t" r="r" b="b"/>
              <a:pathLst>
                <a:path w="3826891" h="489335">
                  <a:moveTo>
                    <a:pt x="81534" y="0"/>
                  </a:moveTo>
                  <a:lnTo>
                    <a:pt x="3745357" y="0"/>
                  </a:lnTo>
                  <a:cubicBezTo>
                    <a:pt x="3790442" y="0"/>
                    <a:pt x="3826891" y="36576"/>
                    <a:pt x="3826891" y="81535"/>
                  </a:cubicBezTo>
                  <a:lnTo>
                    <a:pt x="3826891" y="489335"/>
                  </a:lnTo>
                  <a:lnTo>
                    <a:pt x="0" y="489335"/>
                  </a:lnTo>
                  <a:lnTo>
                    <a:pt x="0" y="81535"/>
                  </a:lnTo>
                  <a:cubicBezTo>
                    <a:pt x="0" y="36576"/>
                    <a:pt x="36576" y="0"/>
                    <a:pt x="81534" y="0"/>
                  </a:cubicBezTo>
                  <a:close/>
                </a:path>
              </a:pathLst>
            </a:custGeom>
            <a:solidFill>
              <a:srgbClr val="0C2D4C"/>
            </a:solidFill>
            <a:ln w="12700"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6" name="TextBox 107">
              <a:extLst>
                <a:ext uri="{FF2B5EF4-FFF2-40B4-BE49-F238E27FC236}">
                  <a16:creationId xmlns:a16="http://schemas.microsoft.com/office/drawing/2014/main" id="{E69F8CA5-9946-BEF9-DE00-C069086D960C}"/>
                </a:ext>
              </a:extLst>
            </p:cNvPr>
            <p:cNvSpPr txBox="1"/>
            <p:nvPr/>
          </p:nvSpPr>
          <p:spPr>
            <a:xfrm>
              <a:off x="0" y="-9525"/>
              <a:ext cx="3826929" cy="498898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49"/>
                </a:lnSpc>
              </a:pPr>
              <a:r>
                <a:rPr lang="en-US" sz="1124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DEFEITO</a:t>
              </a:r>
            </a:p>
          </p:txBody>
        </p:sp>
      </p:grpSp>
      <p:grpSp>
        <p:nvGrpSpPr>
          <p:cNvPr id="427" name="Group 126">
            <a:extLst>
              <a:ext uri="{FF2B5EF4-FFF2-40B4-BE49-F238E27FC236}">
                <a16:creationId xmlns:a16="http://schemas.microsoft.com/office/drawing/2014/main" id="{4EB81B7A-322E-59DB-851F-ED10EA93630F}"/>
              </a:ext>
            </a:extLst>
          </p:cNvPr>
          <p:cNvGrpSpPr/>
          <p:nvPr/>
        </p:nvGrpSpPr>
        <p:grpSpPr>
          <a:xfrm>
            <a:off x="3301573" y="1116080"/>
            <a:ext cx="1800128" cy="360006"/>
            <a:chOff x="0" y="-9525"/>
            <a:chExt cx="3820579" cy="492548"/>
          </a:xfrm>
        </p:grpSpPr>
        <p:sp>
          <p:nvSpPr>
            <p:cNvPr id="428" name="Freeform 127">
              <a:extLst>
                <a:ext uri="{FF2B5EF4-FFF2-40B4-BE49-F238E27FC236}">
                  <a16:creationId xmlns:a16="http://schemas.microsoft.com/office/drawing/2014/main" id="{7B61111C-A49B-2894-BEE3-7734446F20A5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9" name="TextBox 128">
              <a:extLst>
                <a:ext uri="{FF2B5EF4-FFF2-40B4-BE49-F238E27FC236}">
                  <a16:creationId xmlns:a16="http://schemas.microsoft.com/office/drawing/2014/main" id="{EE5F164C-F516-E19A-384D-13856AEF85CD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Escorrido de Tinta</a:t>
              </a:r>
            </a:p>
          </p:txBody>
        </p:sp>
      </p:grpSp>
      <p:grpSp>
        <p:nvGrpSpPr>
          <p:cNvPr id="430" name="Group 159">
            <a:extLst>
              <a:ext uri="{FF2B5EF4-FFF2-40B4-BE49-F238E27FC236}">
                <a16:creationId xmlns:a16="http://schemas.microsoft.com/office/drawing/2014/main" id="{989C5F8C-7C85-B225-5F1C-6473279B908C}"/>
              </a:ext>
            </a:extLst>
          </p:cNvPr>
          <p:cNvGrpSpPr/>
          <p:nvPr/>
        </p:nvGrpSpPr>
        <p:grpSpPr>
          <a:xfrm>
            <a:off x="3301573" y="1470410"/>
            <a:ext cx="1800128" cy="360006"/>
            <a:chOff x="0" y="-9525"/>
            <a:chExt cx="3820579" cy="492548"/>
          </a:xfrm>
        </p:grpSpPr>
        <p:sp>
          <p:nvSpPr>
            <p:cNvPr id="431" name="Freeform 160">
              <a:extLst>
                <a:ext uri="{FF2B5EF4-FFF2-40B4-BE49-F238E27FC236}">
                  <a16:creationId xmlns:a16="http://schemas.microsoft.com/office/drawing/2014/main" id="{FCE3D88A-A543-1B14-0764-901E368DBF14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2" name="TextBox 161">
              <a:extLst>
                <a:ext uri="{FF2B5EF4-FFF2-40B4-BE49-F238E27FC236}">
                  <a16:creationId xmlns:a16="http://schemas.microsoft.com/office/drawing/2014/main" id="{410CA046-E018-9B3F-16CC-57819748C681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Sujeira</a:t>
              </a:r>
            </a:p>
          </p:txBody>
        </p:sp>
      </p:grpSp>
      <p:grpSp>
        <p:nvGrpSpPr>
          <p:cNvPr id="433" name="Group 192">
            <a:extLst>
              <a:ext uri="{FF2B5EF4-FFF2-40B4-BE49-F238E27FC236}">
                <a16:creationId xmlns:a16="http://schemas.microsoft.com/office/drawing/2014/main" id="{8DCDB76F-C55C-6C8D-B42D-19644A2E0FB9}"/>
              </a:ext>
            </a:extLst>
          </p:cNvPr>
          <p:cNvGrpSpPr/>
          <p:nvPr/>
        </p:nvGrpSpPr>
        <p:grpSpPr>
          <a:xfrm>
            <a:off x="3301573" y="1824740"/>
            <a:ext cx="1800128" cy="360006"/>
            <a:chOff x="0" y="-9525"/>
            <a:chExt cx="3820579" cy="492548"/>
          </a:xfrm>
        </p:grpSpPr>
        <p:sp>
          <p:nvSpPr>
            <p:cNvPr id="434" name="Freeform 193">
              <a:extLst>
                <a:ext uri="{FF2B5EF4-FFF2-40B4-BE49-F238E27FC236}">
                  <a16:creationId xmlns:a16="http://schemas.microsoft.com/office/drawing/2014/main" id="{0D9310CF-B955-F1D8-ACA4-F11470C517D2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5" name="TextBox 194">
              <a:extLst>
                <a:ext uri="{FF2B5EF4-FFF2-40B4-BE49-F238E27FC236}">
                  <a16:creationId xmlns:a16="http://schemas.microsoft.com/office/drawing/2014/main" id="{D9699A1D-0446-2780-6ED9-9C5016E327DB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Casca de laranja</a:t>
              </a:r>
            </a:p>
          </p:txBody>
        </p:sp>
      </p:grpSp>
      <p:grpSp>
        <p:nvGrpSpPr>
          <p:cNvPr id="436" name="Group 225">
            <a:extLst>
              <a:ext uri="{FF2B5EF4-FFF2-40B4-BE49-F238E27FC236}">
                <a16:creationId xmlns:a16="http://schemas.microsoft.com/office/drawing/2014/main" id="{44C582D5-957F-369A-858C-BA0244E2E48A}"/>
              </a:ext>
            </a:extLst>
          </p:cNvPr>
          <p:cNvGrpSpPr/>
          <p:nvPr/>
        </p:nvGrpSpPr>
        <p:grpSpPr>
          <a:xfrm>
            <a:off x="3301573" y="2179070"/>
            <a:ext cx="1800128" cy="360006"/>
            <a:chOff x="0" y="-9525"/>
            <a:chExt cx="3820579" cy="492548"/>
          </a:xfrm>
        </p:grpSpPr>
        <p:sp>
          <p:nvSpPr>
            <p:cNvPr id="437" name="Freeform 226">
              <a:extLst>
                <a:ext uri="{FF2B5EF4-FFF2-40B4-BE49-F238E27FC236}">
                  <a16:creationId xmlns:a16="http://schemas.microsoft.com/office/drawing/2014/main" id="{837E3614-0B3A-94AD-0B00-FD1BE078FC59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8" name="TextBox 227">
              <a:extLst>
                <a:ext uri="{FF2B5EF4-FFF2-40B4-BE49-F238E27FC236}">
                  <a16:creationId xmlns:a16="http://schemas.microsoft.com/office/drawing/2014/main" id="{37DD0C87-D672-CF81-5682-45799F2BC31F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Contaminação</a:t>
              </a:r>
              <a:endParaRPr lang="en-US" sz="1375" dirty="0">
                <a:solidFill>
                  <a:srgbClr val="18202A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439" name="Group 258">
            <a:extLst>
              <a:ext uri="{FF2B5EF4-FFF2-40B4-BE49-F238E27FC236}">
                <a16:creationId xmlns:a16="http://schemas.microsoft.com/office/drawing/2014/main" id="{8BBA2FCC-BE7E-3F60-8156-5AB634367A37}"/>
              </a:ext>
            </a:extLst>
          </p:cNvPr>
          <p:cNvGrpSpPr/>
          <p:nvPr/>
        </p:nvGrpSpPr>
        <p:grpSpPr>
          <a:xfrm>
            <a:off x="3301573" y="2533400"/>
            <a:ext cx="1800128" cy="360006"/>
            <a:chOff x="0" y="-9525"/>
            <a:chExt cx="3820579" cy="492548"/>
          </a:xfrm>
        </p:grpSpPr>
        <p:sp>
          <p:nvSpPr>
            <p:cNvPr id="440" name="Freeform 259">
              <a:extLst>
                <a:ext uri="{FF2B5EF4-FFF2-40B4-BE49-F238E27FC236}">
                  <a16:creationId xmlns:a16="http://schemas.microsoft.com/office/drawing/2014/main" id="{628F3839-AF1F-F9E8-A294-BFAF849FD5A3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1" name="TextBox 260">
              <a:extLst>
                <a:ext uri="{FF2B5EF4-FFF2-40B4-BE49-F238E27FC236}">
                  <a16:creationId xmlns:a16="http://schemas.microsoft.com/office/drawing/2014/main" id="{52A7E6A7-481D-0DF8-F7B8-3785C226AD74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Ferrugem</a:t>
              </a:r>
              <a:endParaRPr lang="en-US" sz="1375" dirty="0">
                <a:solidFill>
                  <a:srgbClr val="18202A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442" name="Group 291">
            <a:extLst>
              <a:ext uri="{FF2B5EF4-FFF2-40B4-BE49-F238E27FC236}">
                <a16:creationId xmlns:a16="http://schemas.microsoft.com/office/drawing/2014/main" id="{8AE64CF2-00CD-9826-5973-8C713F5E843A}"/>
              </a:ext>
            </a:extLst>
          </p:cNvPr>
          <p:cNvGrpSpPr/>
          <p:nvPr/>
        </p:nvGrpSpPr>
        <p:grpSpPr>
          <a:xfrm>
            <a:off x="3301573" y="2887730"/>
            <a:ext cx="1800128" cy="360006"/>
            <a:chOff x="0" y="-9525"/>
            <a:chExt cx="3820579" cy="492548"/>
          </a:xfrm>
        </p:grpSpPr>
        <p:sp>
          <p:nvSpPr>
            <p:cNvPr id="443" name="Freeform 292">
              <a:extLst>
                <a:ext uri="{FF2B5EF4-FFF2-40B4-BE49-F238E27FC236}">
                  <a16:creationId xmlns:a16="http://schemas.microsoft.com/office/drawing/2014/main" id="{5BD63A4E-6398-DE92-60E9-909F29ED3850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4" name="TextBox 293">
              <a:extLst>
                <a:ext uri="{FF2B5EF4-FFF2-40B4-BE49-F238E27FC236}">
                  <a16:creationId xmlns:a16="http://schemas.microsoft.com/office/drawing/2014/main" id="{3C26DBB5-5484-3BFA-620B-68DC1FF79A22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Risco</a:t>
              </a:r>
            </a:p>
          </p:txBody>
        </p:sp>
      </p:grpSp>
      <p:grpSp>
        <p:nvGrpSpPr>
          <p:cNvPr id="445" name="Group 324">
            <a:extLst>
              <a:ext uri="{FF2B5EF4-FFF2-40B4-BE49-F238E27FC236}">
                <a16:creationId xmlns:a16="http://schemas.microsoft.com/office/drawing/2014/main" id="{4DBFC8F4-9F17-0330-44EB-492ED9404B05}"/>
              </a:ext>
            </a:extLst>
          </p:cNvPr>
          <p:cNvGrpSpPr/>
          <p:nvPr/>
        </p:nvGrpSpPr>
        <p:grpSpPr>
          <a:xfrm>
            <a:off x="3301573" y="3242060"/>
            <a:ext cx="1800128" cy="360006"/>
            <a:chOff x="0" y="-9525"/>
            <a:chExt cx="3820579" cy="492548"/>
          </a:xfrm>
        </p:grpSpPr>
        <p:sp>
          <p:nvSpPr>
            <p:cNvPr id="446" name="Freeform 325">
              <a:extLst>
                <a:ext uri="{FF2B5EF4-FFF2-40B4-BE49-F238E27FC236}">
                  <a16:creationId xmlns:a16="http://schemas.microsoft.com/office/drawing/2014/main" id="{F0C4A4E4-CE91-087B-DC3A-E4D2852E24AA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7" name="TextBox 326">
              <a:extLst>
                <a:ext uri="{FF2B5EF4-FFF2-40B4-BE49-F238E27FC236}">
                  <a16:creationId xmlns:a16="http://schemas.microsoft.com/office/drawing/2014/main" id="{A963D1DD-8823-18C5-B93F-84BD493EE07A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Marca de lixamento</a:t>
              </a:r>
            </a:p>
          </p:txBody>
        </p:sp>
      </p:grpSp>
      <p:grpSp>
        <p:nvGrpSpPr>
          <p:cNvPr id="448" name="Group 357">
            <a:extLst>
              <a:ext uri="{FF2B5EF4-FFF2-40B4-BE49-F238E27FC236}">
                <a16:creationId xmlns:a16="http://schemas.microsoft.com/office/drawing/2014/main" id="{8D8B34DB-92EF-C57D-C18C-6D89E08A2AD8}"/>
              </a:ext>
            </a:extLst>
          </p:cNvPr>
          <p:cNvGrpSpPr/>
          <p:nvPr/>
        </p:nvGrpSpPr>
        <p:grpSpPr>
          <a:xfrm>
            <a:off x="3301573" y="3596390"/>
            <a:ext cx="1800128" cy="360006"/>
            <a:chOff x="0" y="-9525"/>
            <a:chExt cx="3820579" cy="492548"/>
          </a:xfrm>
        </p:grpSpPr>
        <p:sp>
          <p:nvSpPr>
            <p:cNvPr id="449" name="Freeform 358">
              <a:extLst>
                <a:ext uri="{FF2B5EF4-FFF2-40B4-BE49-F238E27FC236}">
                  <a16:creationId xmlns:a16="http://schemas.microsoft.com/office/drawing/2014/main" id="{D7DD4A3F-7C66-4414-0CF1-70716ACF38AC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0" name="TextBox 359">
              <a:extLst>
                <a:ext uri="{FF2B5EF4-FFF2-40B4-BE49-F238E27FC236}">
                  <a16:creationId xmlns:a16="http://schemas.microsoft.com/office/drawing/2014/main" id="{42E19390-AB4A-62C8-B489-649FC7910DCF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Poros</a:t>
              </a:r>
            </a:p>
          </p:txBody>
        </p:sp>
      </p:grpSp>
      <p:grpSp>
        <p:nvGrpSpPr>
          <p:cNvPr id="451" name="Group 390">
            <a:extLst>
              <a:ext uri="{FF2B5EF4-FFF2-40B4-BE49-F238E27FC236}">
                <a16:creationId xmlns:a16="http://schemas.microsoft.com/office/drawing/2014/main" id="{0216679A-CC36-F54B-F835-148D2C82EFE8}"/>
              </a:ext>
            </a:extLst>
          </p:cNvPr>
          <p:cNvGrpSpPr/>
          <p:nvPr/>
        </p:nvGrpSpPr>
        <p:grpSpPr>
          <a:xfrm>
            <a:off x="3301573" y="3950720"/>
            <a:ext cx="1800128" cy="360006"/>
            <a:chOff x="0" y="-9525"/>
            <a:chExt cx="3820579" cy="492548"/>
          </a:xfrm>
        </p:grpSpPr>
        <p:sp>
          <p:nvSpPr>
            <p:cNvPr id="452" name="Freeform 391">
              <a:extLst>
                <a:ext uri="{FF2B5EF4-FFF2-40B4-BE49-F238E27FC236}">
                  <a16:creationId xmlns:a16="http://schemas.microsoft.com/office/drawing/2014/main" id="{8691A141-2F35-001E-E081-0540E8460C5A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3" name="TextBox 392">
              <a:extLst>
                <a:ext uri="{FF2B5EF4-FFF2-40B4-BE49-F238E27FC236}">
                  <a16:creationId xmlns:a16="http://schemas.microsoft.com/office/drawing/2014/main" id="{A5163D8E-5A44-7317-9181-C7EC97F4E305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Bolhas</a:t>
              </a:r>
            </a:p>
          </p:txBody>
        </p:sp>
      </p:grpSp>
      <p:grpSp>
        <p:nvGrpSpPr>
          <p:cNvPr id="454" name="Group 423">
            <a:extLst>
              <a:ext uri="{FF2B5EF4-FFF2-40B4-BE49-F238E27FC236}">
                <a16:creationId xmlns:a16="http://schemas.microsoft.com/office/drawing/2014/main" id="{1389812C-EF3D-9844-C1E3-056DC868F6FD}"/>
              </a:ext>
            </a:extLst>
          </p:cNvPr>
          <p:cNvGrpSpPr/>
          <p:nvPr/>
        </p:nvGrpSpPr>
        <p:grpSpPr>
          <a:xfrm>
            <a:off x="3301573" y="4305050"/>
            <a:ext cx="1800128" cy="360006"/>
            <a:chOff x="0" y="-9525"/>
            <a:chExt cx="3820579" cy="492548"/>
          </a:xfrm>
        </p:grpSpPr>
        <p:sp>
          <p:nvSpPr>
            <p:cNvPr id="455" name="Freeform 424">
              <a:extLst>
                <a:ext uri="{FF2B5EF4-FFF2-40B4-BE49-F238E27FC236}">
                  <a16:creationId xmlns:a16="http://schemas.microsoft.com/office/drawing/2014/main" id="{9F4609B1-B1E8-DC54-F6ED-FB7EDE4DAA6F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6" name="TextBox 425">
              <a:extLst>
                <a:ext uri="{FF2B5EF4-FFF2-40B4-BE49-F238E27FC236}">
                  <a16:creationId xmlns:a16="http://schemas.microsoft.com/office/drawing/2014/main" id="{5D5DA26D-B509-47C0-AC8B-245811C5280A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Falha de pintura</a:t>
              </a:r>
            </a:p>
          </p:txBody>
        </p:sp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62119ADE-A9AE-08F7-9652-2D99F5E7F6B3}"/>
              </a:ext>
            </a:extLst>
          </p:cNvPr>
          <p:cNvGrpSpPr/>
          <p:nvPr/>
        </p:nvGrpSpPr>
        <p:grpSpPr>
          <a:xfrm>
            <a:off x="3301573" y="4659380"/>
            <a:ext cx="1800128" cy="360006"/>
            <a:chOff x="0" y="-9525"/>
            <a:chExt cx="3820579" cy="492548"/>
          </a:xfrm>
        </p:grpSpPr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C003B555-3CD6-161E-4078-40B8CF1ACD5C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15B22B5E-0581-3FCC-D12A-A7ABF6D9A0B0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Diferença da coloração</a:t>
              </a:r>
            </a:p>
          </p:txBody>
        </p:sp>
      </p:grpSp>
      <p:grpSp>
        <p:nvGrpSpPr>
          <p:cNvPr id="460" name="Group 489">
            <a:extLst>
              <a:ext uri="{FF2B5EF4-FFF2-40B4-BE49-F238E27FC236}">
                <a16:creationId xmlns:a16="http://schemas.microsoft.com/office/drawing/2014/main" id="{72A349A8-F871-54AF-CD27-82D4E078BBD3}"/>
              </a:ext>
            </a:extLst>
          </p:cNvPr>
          <p:cNvGrpSpPr/>
          <p:nvPr/>
        </p:nvGrpSpPr>
        <p:grpSpPr>
          <a:xfrm>
            <a:off x="3301573" y="5013710"/>
            <a:ext cx="1800128" cy="360006"/>
            <a:chOff x="0" y="-9525"/>
            <a:chExt cx="3820579" cy="492548"/>
          </a:xfrm>
        </p:grpSpPr>
        <p:sp>
          <p:nvSpPr>
            <p:cNvPr id="461" name="Freeform 490">
              <a:extLst>
                <a:ext uri="{FF2B5EF4-FFF2-40B4-BE49-F238E27FC236}">
                  <a16:creationId xmlns:a16="http://schemas.microsoft.com/office/drawing/2014/main" id="{67F415B4-402A-1EDA-92A2-0474ABEBDFBF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2" name="TextBox 491">
              <a:extLst>
                <a:ext uri="{FF2B5EF4-FFF2-40B4-BE49-F238E27FC236}">
                  <a16:creationId xmlns:a16="http://schemas.microsoft.com/office/drawing/2014/main" id="{7BEF4CC7-8AF9-2620-C099-632FF893DEB6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Mapeamento</a:t>
              </a:r>
              <a:r>
                <a:rPr lang="en-US" sz="1375" dirty="0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da </a:t>
              </a: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chapa</a:t>
              </a:r>
              <a:endParaRPr lang="en-US" sz="1375" dirty="0">
                <a:solidFill>
                  <a:srgbClr val="18202A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463" name="Group 105">
            <a:extLst>
              <a:ext uri="{FF2B5EF4-FFF2-40B4-BE49-F238E27FC236}">
                <a16:creationId xmlns:a16="http://schemas.microsoft.com/office/drawing/2014/main" id="{27EF8D36-1A6C-D8CC-F8E2-330B840B5E27}"/>
              </a:ext>
            </a:extLst>
          </p:cNvPr>
          <p:cNvGrpSpPr/>
          <p:nvPr/>
        </p:nvGrpSpPr>
        <p:grpSpPr>
          <a:xfrm>
            <a:off x="6064466" y="779267"/>
            <a:ext cx="1803119" cy="364647"/>
            <a:chOff x="0" y="-9525"/>
            <a:chExt cx="3826929" cy="498898"/>
          </a:xfrm>
        </p:grpSpPr>
        <p:sp>
          <p:nvSpPr>
            <p:cNvPr id="464" name="Freeform 106">
              <a:extLst>
                <a:ext uri="{FF2B5EF4-FFF2-40B4-BE49-F238E27FC236}">
                  <a16:creationId xmlns:a16="http://schemas.microsoft.com/office/drawing/2014/main" id="{9CD38971-D77F-D533-B941-C8EEDCA9992A}"/>
                </a:ext>
              </a:extLst>
            </p:cNvPr>
            <p:cNvSpPr/>
            <p:nvPr/>
          </p:nvSpPr>
          <p:spPr>
            <a:xfrm>
              <a:off x="0" y="0"/>
              <a:ext cx="3826891" cy="489335"/>
            </a:xfrm>
            <a:custGeom>
              <a:avLst/>
              <a:gdLst/>
              <a:ahLst/>
              <a:cxnLst/>
              <a:rect l="l" t="t" r="r" b="b"/>
              <a:pathLst>
                <a:path w="3826891" h="489335">
                  <a:moveTo>
                    <a:pt x="81534" y="0"/>
                  </a:moveTo>
                  <a:lnTo>
                    <a:pt x="3745357" y="0"/>
                  </a:lnTo>
                  <a:cubicBezTo>
                    <a:pt x="3790442" y="0"/>
                    <a:pt x="3826891" y="36576"/>
                    <a:pt x="3826891" y="81535"/>
                  </a:cubicBezTo>
                  <a:lnTo>
                    <a:pt x="3826891" y="489335"/>
                  </a:lnTo>
                  <a:lnTo>
                    <a:pt x="0" y="489335"/>
                  </a:lnTo>
                  <a:lnTo>
                    <a:pt x="0" y="81535"/>
                  </a:lnTo>
                  <a:cubicBezTo>
                    <a:pt x="0" y="36576"/>
                    <a:pt x="36576" y="0"/>
                    <a:pt x="81534" y="0"/>
                  </a:cubicBezTo>
                  <a:close/>
                </a:path>
              </a:pathLst>
            </a:custGeom>
            <a:solidFill>
              <a:srgbClr val="0C2D4C"/>
            </a:solidFill>
            <a:ln w="12700"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5" name="TextBox 107">
              <a:extLst>
                <a:ext uri="{FF2B5EF4-FFF2-40B4-BE49-F238E27FC236}">
                  <a16:creationId xmlns:a16="http://schemas.microsoft.com/office/drawing/2014/main" id="{565D0A0A-DBF8-8BCF-2614-EAE3361E1628}"/>
                </a:ext>
              </a:extLst>
            </p:cNvPr>
            <p:cNvSpPr txBox="1"/>
            <p:nvPr/>
          </p:nvSpPr>
          <p:spPr>
            <a:xfrm>
              <a:off x="0" y="-9525"/>
              <a:ext cx="3826929" cy="498898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49"/>
                </a:lnSpc>
              </a:pPr>
              <a:r>
                <a:rPr lang="en-US" sz="1124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DEFEITO</a:t>
              </a:r>
            </a:p>
          </p:txBody>
        </p:sp>
      </p:grpSp>
      <p:grpSp>
        <p:nvGrpSpPr>
          <p:cNvPr id="466" name="Group 126">
            <a:extLst>
              <a:ext uri="{FF2B5EF4-FFF2-40B4-BE49-F238E27FC236}">
                <a16:creationId xmlns:a16="http://schemas.microsoft.com/office/drawing/2014/main" id="{24A8778A-CEAB-F14D-4007-A92C02706AEB}"/>
              </a:ext>
            </a:extLst>
          </p:cNvPr>
          <p:cNvGrpSpPr/>
          <p:nvPr/>
        </p:nvGrpSpPr>
        <p:grpSpPr>
          <a:xfrm>
            <a:off x="6066848" y="1135858"/>
            <a:ext cx="1800128" cy="360006"/>
            <a:chOff x="0" y="-9525"/>
            <a:chExt cx="3820579" cy="492548"/>
          </a:xfrm>
        </p:grpSpPr>
        <p:sp>
          <p:nvSpPr>
            <p:cNvPr id="467" name="Freeform 127">
              <a:extLst>
                <a:ext uri="{FF2B5EF4-FFF2-40B4-BE49-F238E27FC236}">
                  <a16:creationId xmlns:a16="http://schemas.microsoft.com/office/drawing/2014/main" id="{4F5517F5-B506-6ADC-F3E3-632695E93F35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8" name="TextBox 128">
              <a:extLst>
                <a:ext uri="{FF2B5EF4-FFF2-40B4-BE49-F238E27FC236}">
                  <a16:creationId xmlns:a16="http://schemas.microsoft.com/office/drawing/2014/main" id="{E88AAD9B-80C0-0C47-5700-B13DA4322A38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Escorrido de Tinta</a:t>
              </a:r>
            </a:p>
          </p:txBody>
        </p:sp>
      </p:grpSp>
      <p:grpSp>
        <p:nvGrpSpPr>
          <p:cNvPr id="469" name="Group 159">
            <a:extLst>
              <a:ext uri="{FF2B5EF4-FFF2-40B4-BE49-F238E27FC236}">
                <a16:creationId xmlns:a16="http://schemas.microsoft.com/office/drawing/2014/main" id="{7FD3098A-1BD3-85E4-7301-B605C2A3E036}"/>
              </a:ext>
            </a:extLst>
          </p:cNvPr>
          <p:cNvGrpSpPr/>
          <p:nvPr/>
        </p:nvGrpSpPr>
        <p:grpSpPr>
          <a:xfrm>
            <a:off x="6066848" y="1490188"/>
            <a:ext cx="1800128" cy="360006"/>
            <a:chOff x="0" y="-9525"/>
            <a:chExt cx="3820579" cy="492548"/>
          </a:xfrm>
        </p:grpSpPr>
        <p:sp>
          <p:nvSpPr>
            <p:cNvPr id="470" name="Freeform 160">
              <a:extLst>
                <a:ext uri="{FF2B5EF4-FFF2-40B4-BE49-F238E27FC236}">
                  <a16:creationId xmlns:a16="http://schemas.microsoft.com/office/drawing/2014/main" id="{C4484D02-8D71-B20B-333A-14F64D35F750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1" name="TextBox 161">
              <a:extLst>
                <a:ext uri="{FF2B5EF4-FFF2-40B4-BE49-F238E27FC236}">
                  <a16:creationId xmlns:a16="http://schemas.microsoft.com/office/drawing/2014/main" id="{0E5564E6-5566-9B23-6886-C70C9F81F195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Sujeira</a:t>
              </a:r>
            </a:p>
          </p:txBody>
        </p:sp>
      </p:grpSp>
      <p:grpSp>
        <p:nvGrpSpPr>
          <p:cNvPr id="472" name="Group 192">
            <a:extLst>
              <a:ext uri="{FF2B5EF4-FFF2-40B4-BE49-F238E27FC236}">
                <a16:creationId xmlns:a16="http://schemas.microsoft.com/office/drawing/2014/main" id="{C1ECC6AF-03C0-18FE-A6A6-F248D533B46B}"/>
              </a:ext>
            </a:extLst>
          </p:cNvPr>
          <p:cNvGrpSpPr/>
          <p:nvPr/>
        </p:nvGrpSpPr>
        <p:grpSpPr>
          <a:xfrm>
            <a:off x="6066848" y="1844518"/>
            <a:ext cx="1800128" cy="360006"/>
            <a:chOff x="0" y="-9525"/>
            <a:chExt cx="3820579" cy="492548"/>
          </a:xfrm>
        </p:grpSpPr>
        <p:sp>
          <p:nvSpPr>
            <p:cNvPr id="473" name="Freeform 193">
              <a:extLst>
                <a:ext uri="{FF2B5EF4-FFF2-40B4-BE49-F238E27FC236}">
                  <a16:creationId xmlns:a16="http://schemas.microsoft.com/office/drawing/2014/main" id="{BB2F2DE2-4174-D465-AE14-0B1E1745845E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4" name="TextBox 194">
              <a:extLst>
                <a:ext uri="{FF2B5EF4-FFF2-40B4-BE49-F238E27FC236}">
                  <a16:creationId xmlns:a16="http://schemas.microsoft.com/office/drawing/2014/main" id="{F00170A6-042F-A4A6-FCA6-FD61F0737B55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Casca de laranja</a:t>
              </a:r>
            </a:p>
          </p:txBody>
        </p:sp>
      </p:grpSp>
      <p:grpSp>
        <p:nvGrpSpPr>
          <p:cNvPr id="475" name="Group 225">
            <a:extLst>
              <a:ext uri="{FF2B5EF4-FFF2-40B4-BE49-F238E27FC236}">
                <a16:creationId xmlns:a16="http://schemas.microsoft.com/office/drawing/2014/main" id="{8A9F6B8D-5D67-2B08-3DD4-2558341D60D9}"/>
              </a:ext>
            </a:extLst>
          </p:cNvPr>
          <p:cNvGrpSpPr/>
          <p:nvPr/>
        </p:nvGrpSpPr>
        <p:grpSpPr>
          <a:xfrm>
            <a:off x="6066848" y="2198848"/>
            <a:ext cx="1800128" cy="360006"/>
            <a:chOff x="0" y="-9525"/>
            <a:chExt cx="3820579" cy="492548"/>
          </a:xfrm>
        </p:grpSpPr>
        <p:sp>
          <p:nvSpPr>
            <p:cNvPr id="476" name="Freeform 226">
              <a:extLst>
                <a:ext uri="{FF2B5EF4-FFF2-40B4-BE49-F238E27FC236}">
                  <a16:creationId xmlns:a16="http://schemas.microsoft.com/office/drawing/2014/main" id="{65395581-C1D8-CFA7-B67C-20696A1B7E73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7" name="TextBox 227">
              <a:extLst>
                <a:ext uri="{FF2B5EF4-FFF2-40B4-BE49-F238E27FC236}">
                  <a16:creationId xmlns:a16="http://schemas.microsoft.com/office/drawing/2014/main" id="{4FDDEEEC-7018-8551-337F-447A8743B3FE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Contaminação</a:t>
              </a:r>
              <a:endParaRPr lang="en-US" sz="1375" dirty="0">
                <a:solidFill>
                  <a:srgbClr val="18202A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478" name="Group 258">
            <a:extLst>
              <a:ext uri="{FF2B5EF4-FFF2-40B4-BE49-F238E27FC236}">
                <a16:creationId xmlns:a16="http://schemas.microsoft.com/office/drawing/2014/main" id="{5856F714-6C4B-C6B0-D288-54298F63F8B1}"/>
              </a:ext>
            </a:extLst>
          </p:cNvPr>
          <p:cNvGrpSpPr/>
          <p:nvPr/>
        </p:nvGrpSpPr>
        <p:grpSpPr>
          <a:xfrm>
            <a:off x="6066848" y="2553178"/>
            <a:ext cx="1800128" cy="360006"/>
            <a:chOff x="0" y="-9525"/>
            <a:chExt cx="3820579" cy="492548"/>
          </a:xfrm>
        </p:grpSpPr>
        <p:sp>
          <p:nvSpPr>
            <p:cNvPr id="479" name="Freeform 259">
              <a:extLst>
                <a:ext uri="{FF2B5EF4-FFF2-40B4-BE49-F238E27FC236}">
                  <a16:creationId xmlns:a16="http://schemas.microsoft.com/office/drawing/2014/main" id="{F47E6DDC-D64E-AA24-66F0-12845A90B263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0" name="TextBox 260">
              <a:extLst>
                <a:ext uri="{FF2B5EF4-FFF2-40B4-BE49-F238E27FC236}">
                  <a16:creationId xmlns:a16="http://schemas.microsoft.com/office/drawing/2014/main" id="{3AF924A3-384A-61C6-A5DD-5E9E7CA9426F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Ferrugem</a:t>
              </a:r>
              <a:endParaRPr lang="en-US" sz="1375" dirty="0">
                <a:solidFill>
                  <a:srgbClr val="18202A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481" name="Group 291">
            <a:extLst>
              <a:ext uri="{FF2B5EF4-FFF2-40B4-BE49-F238E27FC236}">
                <a16:creationId xmlns:a16="http://schemas.microsoft.com/office/drawing/2014/main" id="{4AECC2A7-5139-2634-973A-A3A21E11DF1B}"/>
              </a:ext>
            </a:extLst>
          </p:cNvPr>
          <p:cNvGrpSpPr/>
          <p:nvPr/>
        </p:nvGrpSpPr>
        <p:grpSpPr>
          <a:xfrm>
            <a:off x="6066848" y="2907508"/>
            <a:ext cx="1800128" cy="360006"/>
            <a:chOff x="0" y="-9525"/>
            <a:chExt cx="3820579" cy="492548"/>
          </a:xfrm>
        </p:grpSpPr>
        <p:sp>
          <p:nvSpPr>
            <p:cNvPr id="482" name="Freeform 292">
              <a:extLst>
                <a:ext uri="{FF2B5EF4-FFF2-40B4-BE49-F238E27FC236}">
                  <a16:creationId xmlns:a16="http://schemas.microsoft.com/office/drawing/2014/main" id="{2292FC0A-ED57-1C01-8F9A-36F87808E7EC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3" name="TextBox 293">
              <a:extLst>
                <a:ext uri="{FF2B5EF4-FFF2-40B4-BE49-F238E27FC236}">
                  <a16:creationId xmlns:a16="http://schemas.microsoft.com/office/drawing/2014/main" id="{96A590DE-5EA4-15DA-92D1-DF9CAE95C3CC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Risco</a:t>
              </a:r>
            </a:p>
          </p:txBody>
        </p:sp>
      </p:grpSp>
      <p:grpSp>
        <p:nvGrpSpPr>
          <p:cNvPr id="484" name="Group 324">
            <a:extLst>
              <a:ext uri="{FF2B5EF4-FFF2-40B4-BE49-F238E27FC236}">
                <a16:creationId xmlns:a16="http://schemas.microsoft.com/office/drawing/2014/main" id="{A9E39B7D-70FC-77B8-5AE1-41FE681E56B8}"/>
              </a:ext>
            </a:extLst>
          </p:cNvPr>
          <p:cNvGrpSpPr/>
          <p:nvPr/>
        </p:nvGrpSpPr>
        <p:grpSpPr>
          <a:xfrm>
            <a:off x="6066848" y="3261838"/>
            <a:ext cx="1800128" cy="360006"/>
            <a:chOff x="0" y="-9525"/>
            <a:chExt cx="3820579" cy="492548"/>
          </a:xfrm>
        </p:grpSpPr>
        <p:sp>
          <p:nvSpPr>
            <p:cNvPr id="485" name="Freeform 325">
              <a:extLst>
                <a:ext uri="{FF2B5EF4-FFF2-40B4-BE49-F238E27FC236}">
                  <a16:creationId xmlns:a16="http://schemas.microsoft.com/office/drawing/2014/main" id="{3BC668C3-B492-CDFB-AE96-3FA6640713A4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6" name="TextBox 326">
              <a:extLst>
                <a:ext uri="{FF2B5EF4-FFF2-40B4-BE49-F238E27FC236}">
                  <a16:creationId xmlns:a16="http://schemas.microsoft.com/office/drawing/2014/main" id="{B63C02C3-DA98-FE9D-6765-0674A5EF4189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Marca de lixamento</a:t>
              </a:r>
            </a:p>
          </p:txBody>
        </p:sp>
      </p:grpSp>
      <p:grpSp>
        <p:nvGrpSpPr>
          <p:cNvPr id="487" name="Group 357">
            <a:extLst>
              <a:ext uri="{FF2B5EF4-FFF2-40B4-BE49-F238E27FC236}">
                <a16:creationId xmlns:a16="http://schemas.microsoft.com/office/drawing/2014/main" id="{D4F143D3-2C51-D3B4-D88A-D873D62B0AD0}"/>
              </a:ext>
            </a:extLst>
          </p:cNvPr>
          <p:cNvGrpSpPr/>
          <p:nvPr/>
        </p:nvGrpSpPr>
        <p:grpSpPr>
          <a:xfrm>
            <a:off x="6066848" y="3616168"/>
            <a:ext cx="1800128" cy="360006"/>
            <a:chOff x="0" y="-9525"/>
            <a:chExt cx="3820579" cy="492548"/>
          </a:xfrm>
        </p:grpSpPr>
        <p:sp>
          <p:nvSpPr>
            <p:cNvPr id="488" name="Freeform 358">
              <a:extLst>
                <a:ext uri="{FF2B5EF4-FFF2-40B4-BE49-F238E27FC236}">
                  <a16:creationId xmlns:a16="http://schemas.microsoft.com/office/drawing/2014/main" id="{C6609612-1E2B-B626-83FC-863010BCDD4B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9" name="TextBox 359">
              <a:extLst>
                <a:ext uri="{FF2B5EF4-FFF2-40B4-BE49-F238E27FC236}">
                  <a16:creationId xmlns:a16="http://schemas.microsoft.com/office/drawing/2014/main" id="{FDC4C6AF-A5BE-F243-D421-BB29C3724210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Poros</a:t>
              </a:r>
            </a:p>
          </p:txBody>
        </p:sp>
      </p:grpSp>
      <p:grpSp>
        <p:nvGrpSpPr>
          <p:cNvPr id="490" name="Group 390">
            <a:extLst>
              <a:ext uri="{FF2B5EF4-FFF2-40B4-BE49-F238E27FC236}">
                <a16:creationId xmlns:a16="http://schemas.microsoft.com/office/drawing/2014/main" id="{D2EBCC61-AC78-BA40-1B86-646C7CF704B4}"/>
              </a:ext>
            </a:extLst>
          </p:cNvPr>
          <p:cNvGrpSpPr/>
          <p:nvPr/>
        </p:nvGrpSpPr>
        <p:grpSpPr>
          <a:xfrm>
            <a:off x="6066848" y="3970498"/>
            <a:ext cx="1800128" cy="360006"/>
            <a:chOff x="0" y="-9525"/>
            <a:chExt cx="3820579" cy="492548"/>
          </a:xfrm>
        </p:grpSpPr>
        <p:sp>
          <p:nvSpPr>
            <p:cNvPr id="491" name="Freeform 391">
              <a:extLst>
                <a:ext uri="{FF2B5EF4-FFF2-40B4-BE49-F238E27FC236}">
                  <a16:creationId xmlns:a16="http://schemas.microsoft.com/office/drawing/2014/main" id="{B581FB91-79CA-7DD8-D3B4-85C267E5BBF0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92" name="TextBox 392">
              <a:extLst>
                <a:ext uri="{FF2B5EF4-FFF2-40B4-BE49-F238E27FC236}">
                  <a16:creationId xmlns:a16="http://schemas.microsoft.com/office/drawing/2014/main" id="{79065AFA-FE0E-2580-CA4C-F962E9BE361F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Bolhas</a:t>
              </a:r>
            </a:p>
          </p:txBody>
        </p:sp>
      </p:grpSp>
      <p:grpSp>
        <p:nvGrpSpPr>
          <p:cNvPr id="493" name="Group 423">
            <a:extLst>
              <a:ext uri="{FF2B5EF4-FFF2-40B4-BE49-F238E27FC236}">
                <a16:creationId xmlns:a16="http://schemas.microsoft.com/office/drawing/2014/main" id="{1431844A-3809-9110-CCF0-9DD497314D1E}"/>
              </a:ext>
            </a:extLst>
          </p:cNvPr>
          <p:cNvGrpSpPr/>
          <p:nvPr/>
        </p:nvGrpSpPr>
        <p:grpSpPr>
          <a:xfrm>
            <a:off x="6066848" y="4324828"/>
            <a:ext cx="1800128" cy="360006"/>
            <a:chOff x="0" y="-9525"/>
            <a:chExt cx="3820579" cy="492548"/>
          </a:xfrm>
        </p:grpSpPr>
        <p:sp>
          <p:nvSpPr>
            <p:cNvPr id="494" name="Freeform 424">
              <a:extLst>
                <a:ext uri="{FF2B5EF4-FFF2-40B4-BE49-F238E27FC236}">
                  <a16:creationId xmlns:a16="http://schemas.microsoft.com/office/drawing/2014/main" id="{CF232B91-6859-87F2-FE2B-85C5FBF68C6E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95" name="TextBox 425">
              <a:extLst>
                <a:ext uri="{FF2B5EF4-FFF2-40B4-BE49-F238E27FC236}">
                  <a16:creationId xmlns:a16="http://schemas.microsoft.com/office/drawing/2014/main" id="{4A470C4F-3DB7-464A-26F1-5D86793576D1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Falha de pintura</a:t>
              </a:r>
            </a:p>
          </p:txBody>
        </p:sp>
      </p:grpSp>
      <p:grpSp>
        <p:nvGrpSpPr>
          <p:cNvPr id="496" name="Group 456">
            <a:extLst>
              <a:ext uri="{FF2B5EF4-FFF2-40B4-BE49-F238E27FC236}">
                <a16:creationId xmlns:a16="http://schemas.microsoft.com/office/drawing/2014/main" id="{5821EC67-7704-5B8C-B997-5ADA82A472AB}"/>
              </a:ext>
            </a:extLst>
          </p:cNvPr>
          <p:cNvGrpSpPr/>
          <p:nvPr/>
        </p:nvGrpSpPr>
        <p:grpSpPr>
          <a:xfrm>
            <a:off x="6066848" y="4679158"/>
            <a:ext cx="1800128" cy="360006"/>
            <a:chOff x="0" y="-9525"/>
            <a:chExt cx="3820579" cy="492548"/>
          </a:xfrm>
        </p:grpSpPr>
        <p:sp>
          <p:nvSpPr>
            <p:cNvPr id="497" name="Freeform 457">
              <a:extLst>
                <a:ext uri="{FF2B5EF4-FFF2-40B4-BE49-F238E27FC236}">
                  <a16:creationId xmlns:a16="http://schemas.microsoft.com/office/drawing/2014/main" id="{44A5483A-9BA4-E9A8-42B5-2BC89C3BB51E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98" name="TextBox 458">
              <a:extLst>
                <a:ext uri="{FF2B5EF4-FFF2-40B4-BE49-F238E27FC236}">
                  <a16:creationId xmlns:a16="http://schemas.microsoft.com/office/drawing/2014/main" id="{E804CBCC-038E-CD19-54C9-9B63BD870BA6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Diferença da coloração</a:t>
              </a:r>
            </a:p>
          </p:txBody>
        </p:sp>
      </p:grpSp>
      <p:grpSp>
        <p:nvGrpSpPr>
          <p:cNvPr id="499" name="Group 489">
            <a:extLst>
              <a:ext uri="{FF2B5EF4-FFF2-40B4-BE49-F238E27FC236}">
                <a16:creationId xmlns:a16="http://schemas.microsoft.com/office/drawing/2014/main" id="{37112754-8C6A-E674-7284-DF50DE7902B6}"/>
              </a:ext>
            </a:extLst>
          </p:cNvPr>
          <p:cNvGrpSpPr/>
          <p:nvPr/>
        </p:nvGrpSpPr>
        <p:grpSpPr>
          <a:xfrm>
            <a:off x="6066848" y="5033488"/>
            <a:ext cx="1800128" cy="360006"/>
            <a:chOff x="0" y="-9525"/>
            <a:chExt cx="3820579" cy="492548"/>
          </a:xfrm>
        </p:grpSpPr>
        <p:sp>
          <p:nvSpPr>
            <p:cNvPr id="500" name="Freeform 490">
              <a:extLst>
                <a:ext uri="{FF2B5EF4-FFF2-40B4-BE49-F238E27FC236}">
                  <a16:creationId xmlns:a16="http://schemas.microsoft.com/office/drawing/2014/main" id="{6F426FF6-4AB1-A8FB-0C9B-30225FC0C867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1" name="TextBox 491">
              <a:extLst>
                <a:ext uri="{FF2B5EF4-FFF2-40B4-BE49-F238E27FC236}">
                  <a16:creationId xmlns:a16="http://schemas.microsoft.com/office/drawing/2014/main" id="{FCFC2495-AEDA-39E5-B2FE-00C37864BE37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Mapeamento</a:t>
              </a:r>
              <a:r>
                <a:rPr lang="en-US" sz="1375" dirty="0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da </a:t>
              </a: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chapa</a:t>
              </a:r>
              <a:endParaRPr lang="en-US" sz="1375" dirty="0">
                <a:solidFill>
                  <a:srgbClr val="18202A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502" name="Group 105">
            <a:extLst>
              <a:ext uri="{FF2B5EF4-FFF2-40B4-BE49-F238E27FC236}">
                <a16:creationId xmlns:a16="http://schemas.microsoft.com/office/drawing/2014/main" id="{202899E9-5B33-45E7-064D-1ECA13BCFF40}"/>
              </a:ext>
            </a:extLst>
          </p:cNvPr>
          <p:cNvGrpSpPr/>
          <p:nvPr/>
        </p:nvGrpSpPr>
        <p:grpSpPr>
          <a:xfrm>
            <a:off x="8945871" y="802795"/>
            <a:ext cx="1803119" cy="364647"/>
            <a:chOff x="0" y="-9525"/>
            <a:chExt cx="3826929" cy="498898"/>
          </a:xfrm>
        </p:grpSpPr>
        <p:sp>
          <p:nvSpPr>
            <p:cNvPr id="503" name="Freeform 106">
              <a:extLst>
                <a:ext uri="{FF2B5EF4-FFF2-40B4-BE49-F238E27FC236}">
                  <a16:creationId xmlns:a16="http://schemas.microsoft.com/office/drawing/2014/main" id="{9F73286D-658E-358F-6B68-5A274CFE4BBA}"/>
                </a:ext>
              </a:extLst>
            </p:cNvPr>
            <p:cNvSpPr/>
            <p:nvPr/>
          </p:nvSpPr>
          <p:spPr>
            <a:xfrm>
              <a:off x="0" y="0"/>
              <a:ext cx="3826891" cy="489335"/>
            </a:xfrm>
            <a:custGeom>
              <a:avLst/>
              <a:gdLst/>
              <a:ahLst/>
              <a:cxnLst/>
              <a:rect l="l" t="t" r="r" b="b"/>
              <a:pathLst>
                <a:path w="3826891" h="489335">
                  <a:moveTo>
                    <a:pt x="81534" y="0"/>
                  </a:moveTo>
                  <a:lnTo>
                    <a:pt x="3745357" y="0"/>
                  </a:lnTo>
                  <a:cubicBezTo>
                    <a:pt x="3790442" y="0"/>
                    <a:pt x="3826891" y="36576"/>
                    <a:pt x="3826891" y="81535"/>
                  </a:cubicBezTo>
                  <a:lnTo>
                    <a:pt x="3826891" y="489335"/>
                  </a:lnTo>
                  <a:lnTo>
                    <a:pt x="0" y="489335"/>
                  </a:lnTo>
                  <a:lnTo>
                    <a:pt x="0" y="81535"/>
                  </a:lnTo>
                  <a:cubicBezTo>
                    <a:pt x="0" y="36576"/>
                    <a:pt x="36576" y="0"/>
                    <a:pt x="81534" y="0"/>
                  </a:cubicBezTo>
                  <a:close/>
                </a:path>
              </a:pathLst>
            </a:custGeom>
            <a:solidFill>
              <a:srgbClr val="0C2D4C"/>
            </a:solidFill>
            <a:ln w="12700"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4" name="TextBox 107">
              <a:extLst>
                <a:ext uri="{FF2B5EF4-FFF2-40B4-BE49-F238E27FC236}">
                  <a16:creationId xmlns:a16="http://schemas.microsoft.com/office/drawing/2014/main" id="{03D51AFC-FAD6-4456-D029-8DA683B56F4B}"/>
                </a:ext>
              </a:extLst>
            </p:cNvPr>
            <p:cNvSpPr txBox="1"/>
            <p:nvPr/>
          </p:nvSpPr>
          <p:spPr>
            <a:xfrm>
              <a:off x="0" y="-9525"/>
              <a:ext cx="3826929" cy="498898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49"/>
                </a:lnSpc>
              </a:pPr>
              <a:r>
                <a:rPr lang="en-US" sz="1124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DEFEITO</a:t>
              </a:r>
            </a:p>
          </p:txBody>
        </p:sp>
      </p:grpSp>
      <p:grpSp>
        <p:nvGrpSpPr>
          <p:cNvPr id="505" name="Group 126">
            <a:extLst>
              <a:ext uri="{FF2B5EF4-FFF2-40B4-BE49-F238E27FC236}">
                <a16:creationId xmlns:a16="http://schemas.microsoft.com/office/drawing/2014/main" id="{56E8ED35-7A4A-9321-0AAC-9DD81DF01133}"/>
              </a:ext>
            </a:extLst>
          </p:cNvPr>
          <p:cNvGrpSpPr/>
          <p:nvPr/>
        </p:nvGrpSpPr>
        <p:grpSpPr>
          <a:xfrm>
            <a:off x="8948253" y="1159386"/>
            <a:ext cx="1800128" cy="360006"/>
            <a:chOff x="0" y="-9525"/>
            <a:chExt cx="3820579" cy="492548"/>
          </a:xfrm>
        </p:grpSpPr>
        <p:sp>
          <p:nvSpPr>
            <p:cNvPr id="506" name="Freeform 127">
              <a:extLst>
                <a:ext uri="{FF2B5EF4-FFF2-40B4-BE49-F238E27FC236}">
                  <a16:creationId xmlns:a16="http://schemas.microsoft.com/office/drawing/2014/main" id="{DDE5A1E9-55E1-BA2C-D1DF-81786690071F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7" name="TextBox 128">
              <a:extLst>
                <a:ext uri="{FF2B5EF4-FFF2-40B4-BE49-F238E27FC236}">
                  <a16:creationId xmlns:a16="http://schemas.microsoft.com/office/drawing/2014/main" id="{094D37A3-2CE7-B212-3421-6F49B0341F2C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Escorrido de Tinta</a:t>
              </a:r>
            </a:p>
          </p:txBody>
        </p:sp>
      </p:grpSp>
      <p:grpSp>
        <p:nvGrpSpPr>
          <p:cNvPr id="508" name="Group 159">
            <a:extLst>
              <a:ext uri="{FF2B5EF4-FFF2-40B4-BE49-F238E27FC236}">
                <a16:creationId xmlns:a16="http://schemas.microsoft.com/office/drawing/2014/main" id="{65CC74CA-2FED-19BE-BF02-159DA024A380}"/>
              </a:ext>
            </a:extLst>
          </p:cNvPr>
          <p:cNvGrpSpPr/>
          <p:nvPr/>
        </p:nvGrpSpPr>
        <p:grpSpPr>
          <a:xfrm>
            <a:off x="8948253" y="1513716"/>
            <a:ext cx="1800128" cy="360006"/>
            <a:chOff x="0" y="-9525"/>
            <a:chExt cx="3820579" cy="492548"/>
          </a:xfrm>
        </p:grpSpPr>
        <p:sp>
          <p:nvSpPr>
            <p:cNvPr id="509" name="Freeform 160">
              <a:extLst>
                <a:ext uri="{FF2B5EF4-FFF2-40B4-BE49-F238E27FC236}">
                  <a16:creationId xmlns:a16="http://schemas.microsoft.com/office/drawing/2014/main" id="{A3D96600-90FA-494D-E80C-2B03B869F0D6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0" name="TextBox 161">
              <a:extLst>
                <a:ext uri="{FF2B5EF4-FFF2-40B4-BE49-F238E27FC236}">
                  <a16:creationId xmlns:a16="http://schemas.microsoft.com/office/drawing/2014/main" id="{97838257-313F-823C-0887-71A7645A0990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Sujeira</a:t>
              </a:r>
            </a:p>
          </p:txBody>
        </p:sp>
      </p:grpSp>
      <p:grpSp>
        <p:nvGrpSpPr>
          <p:cNvPr id="511" name="Group 192">
            <a:extLst>
              <a:ext uri="{FF2B5EF4-FFF2-40B4-BE49-F238E27FC236}">
                <a16:creationId xmlns:a16="http://schemas.microsoft.com/office/drawing/2014/main" id="{7E1E6878-4577-4725-BC9D-A9C5F08BE8D9}"/>
              </a:ext>
            </a:extLst>
          </p:cNvPr>
          <p:cNvGrpSpPr/>
          <p:nvPr/>
        </p:nvGrpSpPr>
        <p:grpSpPr>
          <a:xfrm>
            <a:off x="8948253" y="1868046"/>
            <a:ext cx="1800128" cy="360006"/>
            <a:chOff x="0" y="-9525"/>
            <a:chExt cx="3820579" cy="492548"/>
          </a:xfrm>
        </p:grpSpPr>
        <p:sp>
          <p:nvSpPr>
            <p:cNvPr id="512" name="Freeform 193">
              <a:extLst>
                <a:ext uri="{FF2B5EF4-FFF2-40B4-BE49-F238E27FC236}">
                  <a16:creationId xmlns:a16="http://schemas.microsoft.com/office/drawing/2014/main" id="{D6E3C655-F915-D02F-F4FB-5FD039819D7D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3" name="TextBox 194">
              <a:extLst>
                <a:ext uri="{FF2B5EF4-FFF2-40B4-BE49-F238E27FC236}">
                  <a16:creationId xmlns:a16="http://schemas.microsoft.com/office/drawing/2014/main" id="{D988DAE7-0286-0480-8B00-B3545624B025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Casca de laranja</a:t>
              </a:r>
            </a:p>
          </p:txBody>
        </p:sp>
      </p:grpSp>
      <p:grpSp>
        <p:nvGrpSpPr>
          <p:cNvPr id="514" name="Group 225">
            <a:extLst>
              <a:ext uri="{FF2B5EF4-FFF2-40B4-BE49-F238E27FC236}">
                <a16:creationId xmlns:a16="http://schemas.microsoft.com/office/drawing/2014/main" id="{1BD38727-1CA1-87BE-F563-B3E08C14D672}"/>
              </a:ext>
            </a:extLst>
          </p:cNvPr>
          <p:cNvGrpSpPr/>
          <p:nvPr/>
        </p:nvGrpSpPr>
        <p:grpSpPr>
          <a:xfrm>
            <a:off x="8948253" y="2222376"/>
            <a:ext cx="1800128" cy="360006"/>
            <a:chOff x="0" y="-9525"/>
            <a:chExt cx="3820579" cy="492548"/>
          </a:xfrm>
        </p:grpSpPr>
        <p:sp>
          <p:nvSpPr>
            <p:cNvPr id="515" name="Freeform 226">
              <a:extLst>
                <a:ext uri="{FF2B5EF4-FFF2-40B4-BE49-F238E27FC236}">
                  <a16:creationId xmlns:a16="http://schemas.microsoft.com/office/drawing/2014/main" id="{44D09081-BA7F-C064-0F12-42F1DD66F982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6" name="TextBox 227">
              <a:extLst>
                <a:ext uri="{FF2B5EF4-FFF2-40B4-BE49-F238E27FC236}">
                  <a16:creationId xmlns:a16="http://schemas.microsoft.com/office/drawing/2014/main" id="{8B0243E3-BA56-1F3F-5857-7DD3ABA4E9B3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Contaminação</a:t>
              </a:r>
              <a:endParaRPr lang="en-US" sz="1375" dirty="0">
                <a:solidFill>
                  <a:srgbClr val="18202A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517" name="Group 258">
            <a:extLst>
              <a:ext uri="{FF2B5EF4-FFF2-40B4-BE49-F238E27FC236}">
                <a16:creationId xmlns:a16="http://schemas.microsoft.com/office/drawing/2014/main" id="{C7C939DE-A4E6-3F8D-C97F-B90C7567F083}"/>
              </a:ext>
            </a:extLst>
          </p:cNvPr>
          <p:cNvGrpSpPr/>
          <p:nvPr/>
        </p:nvGrpSpPr>
        <p:grpSpPr>
          <a:xfrm>
            <a:off x="8948253" y="2576706"/>
            <a:ext cx="1800128" cy="360006"/>
            <a:chOff x="0" y="-9525"/>
            <a:chExt cx="3820579" cy="492548"/>
          </a:xfrm>
        </p:grpSpPr>
        <p:sp>
          <p:nvSpPr>
            <p:cNvPr id="518" name="Freeform 259">
              <a:extLst>
                <a:ext uri="{FF2B5EF4-FFF2-40B4-BE49-F238E27FC236}">
                  <a16:creationId xmlns:a16="http://schemas.microsoft.com/office/drawing/2014/main" id="{4F286B39-58AB-2A03-B8E5-5A049A05A0C2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9" name="TextBox 260">
              <a:extLst>
                <a:ext uri="{FF2B5EF4-FFF2-40B4-BE49-F238E27FC236}">
                  <a16:creationId xmlns:a16="http://schemas.microsoft.com/office/drawing/2014/main" id="{37A4E8C2-34DD-7360-2E1F-2546120048E1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Ferrugem</a:t>
              </a:r>
              <a:endParaRPr lang="en-US" sz="1375" dirty="0">
                <a:solidFill>
                  <a:srgbClr val="18202A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520" name="Group 291">
            <a:extLst>
              <a:ext uri="{FF2B5EF4-FFF2-40B4-BE49-F238E27FC236}">
                <a16:creationId xmlns:a16="http://schemas.microsoft.com/office/drawing/2014/main" id="{D66551E5-C8A2-EF65-5604-2FD84579C8E9}"/>
              </a:ext>
            </a:extLst>
          </p:cNvPr>
          <p:cNvGrpSpPr/>
          <p:nvPr/>
        </p:nvGrpSpPr>
        <p:grpSpPr>
          <a:xfrm>
            <a:off x="8948253" y="2931036"/>
            <a:ext cx="1800128" cy="360006"/>
            <a:chOff x="0" y="-9525"/>
            <a:chExt cx="3820579" cy="492548"/>
          </a:xfrm>
        </p:grpSpPr>
        <p:sp>
          <p:nvSpPr>
            <p:cNvPr id="521" name="Freeform 292">
              <a:extLst>
                <a:ext uri="{FF2B5EF4-FFF2-40B4-BE49-F238E27FC236}">
                  <a16:creationId xmlns:a16="http://schemas.microsoft.com/office/drawing/2014/main" id="{1C9432D6-55BE-F5F1-3254-E5B49837A78E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2" name="TextBox 293">
              <a:extLst>
                <a:ext uri="{FF2B5EF4-FFF2-40B4-BE49-F238E27FC236}">
                  <a16:creationId xmlns:a16="http://schemas.microsoft.com/office/drawing/2014/main" id="{0AAEAE0E-35F5-B40A-372E-0B7B29F8F175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Risco</a:t>
              </a:r>
            </a:p>
          </p:txBody>
        </p:sp>
      </p:grpSp>
      <p:grpSp>
        <p:nvGrpSpPr>
          <p:cNvPr id="523" name="Group 324">
            <a:extLst>
              <a:ext uri="{FF2B5EF4-FFF2-40B4-BE49-F238E27FC236}">
                <a16:creationId xmlns:a16="http://schemas.microsoft.com/office/drawing/2014/main" id="{F298296B-7F13-61D3-79F3-3ACCE33C818F}"/>
              </a:ext>
            </a:extLst>
          </p:cNvPr>
          <p:cNvGrpSpPr/>
          <p:nvPr/>
        </p:nvGrpSpPr>
        <p:grpSpPr>
          <a:xfrm>
            <a:off x="8948253" y="3285366"/>
            <a:ext cx="1800128" cy="360006"/>
            <a:chOff x="0" y="-9525"/>
            <a:chExt cx="3820579" cy="492548"/>
          </a:xfrm>
        </p:grpSpPr>
        <p:sp>
          <p:nvSpPr>
            <p:cNvPr id="524" name="Freeform 325">
              <a:extLst>
                <a:ext uri="{FF2B5EF4-FFF2-40B4-BE49-F238E27FC236}">
                  <a16:creationId xmlns:a16="http://schemas.microsoft.com/office/drawing/2014/main" id="{EF159699-9E81-DE94-7886-766FC0C3B0FB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5" name="TextBox 326">
              <a:extLst>
                <a:ext uri="{FF2B5EF4-FFF2-40B4-BE49-F238E27FC236}">
                  <a16:creationId xmlns:a16="http://schemas.microsoft.com/office/drawing/2014/main" id="{08442E89-E1AB-F134-CE2F-E242A5F71BE9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Marca de lixamento</a:t>
              </a:r>
            </a:p>
          </p:txBody>
        </p:sp>
      </p:grpSp>
      <p:grpSp>
        <p:nvGrpSpPr>
          <p:cNvPr id="526" name="Group 357">
            <a:extLst>
              <a:ext uri="{FF2B5EF4-FFF2-40B4-BE49-F238E27FC236}">
                <a16:creationId xmlns:a16="http://schemas.microsoft.com/office/drawing/2014/main" id="{19462039-7262-D0D7-66AB-2A8F43A759B7}"/>
              </a:ext>
            </a:extLst>
          </p:cNvPr>
          <p:cNvGrpSpPr/>
          <p:nvPr/>
        </p:nvGrpSpPr>
        <p:grpSpPr>
          <a:xfrm>
            <a:off x="8948253" y="3639696"/>
            <a:ext cx="1800128" cy="360006"/>
            <a:chOff x="0" y="-9525"/>
            <a:chExt cx="3820579" cy="492548"/>
          </a:xfrm>
        </p:grpSpPr>
        <p:sp>
          <p:nvSpPr>
            <p:cNvPr id="527" name="Freeform 358">
              <a:extLst>
                <a:ext uri="{FF2B5EF4-FFF2-40B4-BE49-F238E27FC236}">
                  <a16:creationId xmlns:a16="http://schemas.microsoft.com/office/drawing/2014/main" id="{64212C33-905F-A97F-A4E2-2A7A1DD93153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8" name="TextBox 359">
              <a:extLst>
                <a:ext uri="{FF2B5EF4-FFF2-40B4-BE49-F238E27FC236}">
                  <a16:creationId xmlns:a16="http://schemas.microsoft.com/office/drawing/2014/main" id="{EDBE7C9E-7DB6-2EBD-2185-60FCD57112F3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Poros</a:t>
              </a:r>
            </a:p>
          </p:txBody>
        </p:sp>
      </p:grpSp>
      <p:grpSp>
        <p:nvGrpSpPr>
          <p:cNvPr id="529" name="Group 390">
            <a:extLst>
              <a:ext uri="{FF2B5EF4-FFF2-40B4-BE49-F238E27FC236}">
                <a16:creationId xmlns:a16="http://schemas.microsoft.com/office/drawing/2014/main" id="{BB377028-75EB-3907-5015-C70D93E75C7F}"/>
              </a:ext>
            </a:extLst>
          </p:cNvPr>
          <p:cNvGrpSpPr/>
          <p:nvPr/>
        </p:nvGrpSpPr>
        <p:grpSpPr>
          <a:xfrm>
            <a:off x="8948253" y="3994026"/>
            <a:ext cx="1800128" cy="360006"/>
            <a:chOff x="0" y="-9525"/>
            <a:chExt cx="3820579" cy="492548"/>
          </a:xfrm>
        </p:grpSpPr>
        <p:sp>
          <p:nvSpPr>
            <p:cNvPr id="530" name="Freeform 391">
              <a:extLst>
                <a:ext uri="{FF2B5EF4-FFF2-40B4-BE49-F238E27FC236}">
                  <a16:creationId xmlns:a16="http://schemas.microsoft.com/office/drawing/2014/main" id="{475D3212-9F45-78C0-1BB5-DE21814E6307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1" name="TextBox 392">
              <a:extLst>
                <a:ext uri="{FF2B5EF4-FFF2-40B4-BE49-F238E27FC236}">
                  <a16:creationId xmlns:a16="http://schemas.microsoft.com/office/drawing/2014/main" id="{383D60F5-0648-F3B0-9368-26F9C8AF7377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Bolhas</a:t>
              </a:r>
            </a:p>
          </p:txBody>
        </p:sp>
      </p:grpSp>
      <p:grpSp>
        <p:nvGrpSpPr>
          <p:cNvPr id="532" name="Group 423">
            <a:extLst>
              <a:ext uri="{FF2B5EF4-FFF2-40B4-BE49-F238E27FC236}">
                <a16:creationId xmlns:a16="http://schemas.microsoft.com/office/drawing/2014/main" id="{9A8EE9BF-621B-E033-90F9-F0EFDFB92402}"/>
              </a:ext>
            </a:extLst>
          </p:cNvPr>
          <p:cNvGrpSpPr/>
          <p:nvPr/>
        </p:nvGrpSpPr>
        <p:grpSpPr>
          <a:xfrm>
            <a:off x="8948253" y="4348356"/>
            <a:ext cx="1800128" cy="360006"/>
            <a:chOff x="0" y="-9525"/>
            <a:chExt cx="3820579" cy="492548"/>
          </a:xfrm>
        </p:grpSpPr>
        <p:sp>
          <p:nvSpPr>
            <p:cNvPr id="533" name="Freeform 424">
              <a:extLst>
                <a:ext uri="{FF2B5EF4-FFF2-40B4-BE49-F238E27FC236}">
                  <a16:creationId xmlns:a16="http://schemas.microsoft.com/office/drawing/2014/main" id="{C297CDFA-1944-0EB9-1E1B-F1E2DBCB5C46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4" name="TextBox 425">
              <a:extLst>
                <a:ext uri="{FF2B5EF4-FFF2-40B4-BE49-F238E27FC236}">
                  <a16:creationId xmlns:a16="http://schemas.microsoft.com/office/drawing/2014/main" id="{96C9D065-1264-0B82-53A3-C2F4A0507AED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Falha de pintura</a:t>
              </a:r>
            </a:p>
          </p:txBody>
        </p:sp>
      </p:grpSp>
      <p:grpSp>
        <p:nvGrpSpPr>
          <p:cNvPr id="535" name="Group 456">
            <a:extLst>
              <a:ext uri="{FF2B5EF4-FFF2-40B4-BE49-F238E27FC236}">
                <a16:creationId xmlns:a16="http://schemas.microsoft.com/office/drawing/2014/main" id="{87A2DB7C-BD11-ABD4-EBE5-4C9EAC5BCA19}"/>
              </a:ext>
            </a:extLst>
          </p:cNvPr>
          <p:cNvGrpSpPr/>
          <p:nvPr/>
        </p:nvGrpSpPr>
        <p:grpSpPr>
          <a:xfrm>
            <a:off x="8948253" y="4702686"/>
            <a:ext cx="1800128" cy="360006"/>
            <a:chOff x="0" y="-9525"/>
            <a:chExt cx="3820579" cy="492548"/>
          </a:xfrm>
        </p:grpSpPr>
        <p:sp>
          <p:nvSpPr>
            <p:cNvPr id="536" name="Freeform 457">
              <a:extLst>
                <a:ext uri="{FF2B5EF4-FFF2-40B4-BE49-F238E27FC236}">
                  <a16:creationId xmlns:a16="http://schemas.microsoft.com/office/drawing/2014/main" id="{535A1272-15FE-8131-4EA9-2B395F82D74F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7" name="TextBox 458">
              <a:extLst>
                <a:ext uri="{FF2B5EF4-FFF2-40B4-BE49-F238E27FC236}">
                  <a16:creationId xmlns:a16="http://schemas.microsoft.com/office/drawing/2014/main" id="{2BA41859-5272-5A12-6621-D812EB25E25B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Diferença da coloração</a:t>
              </a:r>
            </a:p>
          </p:txBody>
        </p:sp>
      </p:grpSp>
      <p:grpSp>
        <p:nvGrpSpPr>
          <p:cNvPr id="538" name="Group 489">
            <a:extLst>
              <a:ext uri="{FF2B5EF4-FFF2-40B4-BE49-F238E27FC236}">
                <a16:creationId xmlns:a16="http://schemas.microsoft.com/office/drawing/2014/main" id="{6E0A30C4-5C00-099E-D017-BA0AD58BBB03}"/>
              </a:ext>
            </a:extLst>
          </p:cNvPr>
          <p:cNvGrpSpPr/>
          <p:nvPr/>
        </p:nvGrpSpPr>
        <p:grpSpPr>
          <a:xfrm>
            <a:off x="8948253" y="5057016"/>
            <a:ext cx="1800128" cy="360006"/>
            <a:chOff x="0" y="-9525"/>
            <a:chExt cx="3820579" cy="492548"/>
          </a:xfrm>
        </p:grpSpPr>
        <p:sp>
          <p:nvSpPr>
            <p:cNvPr id="539" name="Freeform 490">
              <a:extLst>
                <a:ext uri="{FF2B5EF4-FFF2-40B4-BE49-F238E27FC236}">
                  <a16:creationId xmlns:a16="http://schemas.microsoft.com/office/drawing/2014/main" id="{9E896906-D290-2E8F-FB63-A1063851DC29}"/>
                </a:ext>
              </a:extLst>
            </p:cNvPr>
            <p:cNvSpPr/>
            <p:nvPr/>
          </p:nvSpPr>
          <p:spPr>
            <a:xfrm>
              <a:off x="0" y="0"/>
              <a:ext cx="3820541" cy="482985"/>
            </a:xfrm>
            <a:custGeom>
              <a:avLst/>
              <a:gdLst/>
              <a:ahLst/>
              <a:cxnLst/>
              <a:rect l="l" t="t" r="r" b="b"/>
              <a:pathLst>
                <a:path w="3820541" h="482985">
                  <a:moveTo>
                    <a:pt x="0" y="0"/>
                  </a:moveTo>
                  <a:lnTo>
                    <a:pt x="3820541" y="0"/>
                  </a:lnTo>
                  <a:lnTo>
                    <a:pt x="3820541" y="482985"/>
                  </a:lnTo>
                  <a:lnTo>
                    <a:pt x="0" y="482985"/>
                  </a:lnTo>
                  <a:close/>
                </a:path>
              </a:pathLst>
            </a:custGeom>
            <a:solidFill>
              <a:srgbClr val="EBF2F8"/>
            </a:solidFill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0" name="TextBox 491">
              <a:extLst>
                <a:ext uri="{FF2B5EF4-FFF2-40B4-BE49-F238E27FC236}">
                  <a16:creationId xmlns:a16="http://schemas.microsoft.com/office/drawing/2014/main" id="{4ACFD1DA-E0E0-87DD-7A04-F7A48E8C65F3}"/>
                </a:ext>
              </a:extLst>
            </p:cNvPr>
            <p:cNvSpPr txBox="1"/>
            <p:nvPr/>
          </p:nvSpPr>
          <p:spPr>
            <a:xfrm>
              <a:off x="0" y="-9525"/>
              <a:ext cx="3820579" cy="492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650"/>
                </a:lnSpc>
              </a:pP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Mapeamento</a:t>
              </a:r>
              <a:r>
                <a:rPr lang="en-US" sz="1375" dirty="0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da </a:t>
              </a:r>
              <a:r>
                <a:rPr lang="en-US" sz="1375" dirty="0" err="1">
                  <a:solidFill>
                    <a:srgbClr val="18202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chapa</a:t>
              </a:r>
              <a:endParaRPr lang="en-US" sz="1375" dirty="0">
                <a:solidFill>
                  <a:srgbClr val="18202A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sp>
        <p:nvSpPr>
          <p:cNvPr id="583" name="TextBox 450">
            <a:extLst>
              <a:ext uri="{FF2B5EF4-FFF2-40B4-BE49-F238E27FC236}">
                <a16:creationId xmlns:a16="http://schemas.microsoft.com/office/drawing/2014/main" id="{5A4910C7-A91B-D471-BF9E-47D9877E4338}"/>
              </a:ext>
            </a:extLst>
          </p:cNvPr>
          <p:cNvSpPr txBox="1"/>
          <p:nvPr/>
        </p:nvSpPr>
        <p:spPr>
          <a:xfrm>
            <a:off x="8303992" y="4535906"/>
            <a:ext cx="240030" cy="254318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22"/>
              </a:lnSpc>
            </a:pPr>
            <a:r>
              <a:rPr lang="en-US" sz="1102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!</a:t>
            </a:r>
          </a:p>
        </p:txBody>
      </p:sp>
      <p:grpSp>
        <p:nvGrpSpPr>
          <p:cNvPr id="584" name="Group 448">
            <a:extLst>
              <a:ext uri="{FF2B5EF4-FFF2-40B4-BE49-F238E27FC236}">
                <a16:creationId xmlns:a16="http://schemas.microsoft.com/office/drawing/2014/main" id="{CFC0A4F3-946E-4EFD-F214-C5CA526A899D}"/>
              </a:ext>
            </a:extLst>
          </p:cNvPr>
          <p:cNvGrpSpPr/>
          <p:nvPr/>
        </p:nvGrpSpPr>
        <p:grpSpPr>
          <a:xfrm>
            <a:off x="11035378" y="4767543"/>
            <a:ext cx="240030" cy="254318"/>
            <a:chOff x="0" y="-19050"/>
            <a:chExt cx="320040" cy="339090"/>
          </a:xfrm>
        </p:grpSpPr>
        <p:sp>
          <p:nvSpPr>
            <p:cNvPr id="585" name="Freeform 449">
              <a:extLst>
                <a:ext uri="{FF2B5EF4-FFF2-40B4-BE49-F238E27FC236}">
                  <a16:creationId xmlns:a16="http://schemas.microsoft.com/office/drawing/2014/main" id="{D8BD35DA-3847-3ADF-2CEC-99993DFB0DD0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86" name="TextBox 450">
              <a:extLst>
                <a:ext uri="{FF2B5EF4-FFF2-40B4-BE49-F238E27FC236}">
                  <a16:creationId xmlns:a16="http://schemas.microsoft.com/office/drawing/2014/main" id="{B51D86B3-90DE-74C5-AD00-F3F732636B4A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587" name="Group 448">
            <a:extLst>
              <a:ext uri="{FF2B5EF4-FFF2-40B4-BE49-F238E27FC236}">
                <a16:creationId xmlns:a16="http://schemas.microsoft.com/office/drawing/2014/main" id="{6939B786-6C14-22E9-BB64-50370954FB5C}"/>
              </a:ext>
            </a:extLst>
          </p:cNvPr>
          <p:cNvGrpSpPr/>
          <p:nvPr/>
        </p:nvGrpSpPr>
        <p:grpSpPr>
          <a:xfrm>
            <a:off x="11035378" y="2287526"/>
            <a:ext cx="240030" cy="254318"/>
            <a:chOff x="0" y="-19050"/>
            <a:chExt cx="320040" cy="339090"/>
          </a:xfrm>
        </p:grpSpPr>
        <p:sp>
          <p:nvSpPr>
            <p:cNvPr id="588" name="Freeform 449">
              <a:extLst>
                <a:ext uri="{FF2B5EF4-FFF2-40B4-BE49-F238E27FC236}">
                  <a16:creationId xmlns:a16="http://schemas.microsoft.com/office/drawing/2014/main" id="{89EB9AB7-D780-6E7B-F1DC-2C8BDD15EEE5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89" name="TextBox 450">
              <a:extLst>
                <a:ext uri="{FF2B5EF4-FFF2-40B4-BE49-F238E27FC236}">
                  <a16:creationId xmlns:a16="http://schemas.microsoft.com/office/drawing/2014/main" id="{93DBE543-B818-62B5-2EB0-1993C475A548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590" name="Group 448">
            <a:extLst>
              <a:ext uri="{FF2B5EF4-FFF2-40B4-BE49-F238E27FC236}">
                <a16:creationId xmlns:a16="http://schemas.microsoft.com/office/drawing/2014/main" id="{F303A13D-93BA-4F3D-9A8D-E65811B561A0}"/>
              </a:ext>
            </a:extLst>
          </p:cNvPr>
          <p:cNvGrpSpPr/>
          <p:nvPr/>
        </p:nvGrpSpPr>
        <p:grpSpPr>
          <a:xfrm>
            <a:off x="11035378" y="2658488"/>
            <a:ext cx="240030" cy="254318"/>
            <a:chOff x="0" y="-19050"/>
            <a:chExt cx="320040" cy="339090"/>
          </a:xfrm>
        </p:grpSpPr>
        <p:sp>
          <p:nvSpPr>
            <p:cNvPr id="591" name="Freeform 449">
              <a:extLst>
                <a:ext uri="{FF2B5EF4-FFF2-40B4-BE49-F238E27FC236}">
                  <a16:creationId xmlns:a16="http://schemas.microsoft.com/office/drawing/2014/main" id="{3F4C9E5E-5063-10EE-D662-89A9EE568091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92" name="TextBox 450">
              <a:extLst>
                <a:ext uri="{FF2B5EF4-FFF2-40B4-BE49-F238E27FC236}">
                  <a16:creationId xmlns:a16="http://schemas.microsoft.com/office/drawing/2014/main" id="{7B148C1C-0434-10F3-B05F-039884A3A441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593" name="Group 448">
            <a:extLst>
              <a:ext uri="{FF2B5EF4-FFF2-40B4-BE49-F238E27FC236}">
                <a16:creationId xmlns:a16="http://schemas.microsoft.com/office/drawing/2014/main" id="{90D56739-7A04-F396-808E-F0C738C8F1D5}"/>
              </a:ext>
            </a:extLst>
          </p:cNvPr>
          <p:cNvGrpSpPr/>
          <p:nvPr/>
        </p:nvGrpSpPr>
        <p:grpSpPr>
          <a:xfrm>
            <a:off x="8151592" y="2600694"/>
            <a:ext cx="240030" cy="254318"/>
            <a:chOff x="0" y="-19050"/>
            <a:chExt cx="320040" cy="339090"/>
          </a:xfrm>
        </p:grpSpPr>
        <p:sp>
          <p:nvSpPr>
            <p:cNvPr id="594" name="Freeform 449">
              <a:extLst>
                <a:ext uri="{FF2B5EF4-FFF2-40B4-BE49-F238E27FC236}">
                  <a16:creationId xmlns:a16="http://schemas.microsoft.com/office/drawing/2014/main" id="{ACC5D488-2DEC-0761-F592-EE4107934F2B}"/>
                </a:ext>
              </a:extLst>
            </p:cNvPr>
            <p:cNvSpPr/>
            <p:nvPr/>
          </p:nvSpPr>
          <p:spPr>
            <a:xfrm>
              <a:off x="0" y="1"/>
              <a:ext cx="320040" cy="320039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95" name="TextBox 450">
              <a:extLst>
                <a:ext uri="{FF2B5EF4-FFF2-40B4-BE49-F238E27FC236}">
                  <a16:creationId xmlns:a16="http://schemas.microsoft.com/office/drawing/2014/main" id="{9D624E1E-12B0-8EF5-9F7B-E7C099E51C7F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id="596" name="Group 525">
            <a:extLst>
              <a:ext uri="{FF2B5EF4-FFF2-40B4-BE49-F238E27FC236}">
                <a16:creationId xmlns:a16="http://schemas.microsoft.com/office/drawing/2014/main" id="{80647E88-09E8-8D8A-6670-3BCE93731788}"/>
              </a:ext>
            </a:extLst>
          </p:cNvPr>
          <p:cNvGrpSpPr/>
          <p:nvPr/>
        </p:nvGrpSpPr>
        <p:grpSpPr>
          <a:xfrm>
            <a:off x="108906" y="5410667"/>
            <a:ext cx="2647349" cy="1383567"/>
            <a:chOff x="0" y="0"/>
            <a:chExt cx="11092447" cy="1194868"/>
          </a:xfrm>
          <a:solidFill>
            <a:schemeClr val="bg1"/>
          </a:solidFill>
        </p:grpSpPr>
        <p:sp>
          <p:nvSpPr>
            <p:cNvPr id="621" name="Freeform 526">
              <a:extLst>
                <a:ext uri="{FF2B5EF4-FFF2-40B4-BE49-F238E27FC236}">
                  <a16:creationId xmlns:a16="http://schemas.microsoft.com/office/drawing/2014/main" id="{A623808B-91B7-A676-9C99-E70E36A98243}"/>
                </a:ext>
              </a:extLst>
            </p:cNvPr>
            <p:cNvSpPr/>
            <p:nvPr/>
          </p:nvSpPr>
          <p:spPr>
            <a:xfrm>
              <a:off x="0" y="0"/>
              <a:ext cx="11092447" cy="1194868"/>
            </a:xfrm>
            <a:custGeom>
              <a:avLst/>
              <a:gdLst/>
              <a:ahLst/>
              <a:cxnLst/>
              <a:rect l="l" t="t" r="r" b="b"/>
              <a:pathLst>
                <a:path w="11092447" h="1194868">
                  <a:moveTo>
                    <a:pt x="0" y="199188"/>
                  </a:moveTo>
                  <a:cubicBezTo>
                    <a:pt x="0" y="89267"/>
                    <a:pt x="25298" y="0"/>
                    <a:pt x="56448" y="0"/>
                  </a:cubicBezTo>
                  <a:lnTo>
                    <a:pt x="11035980" y="0"/>
                  </a:lnTo>
                  <a:cubicBezTo>
                    <a:pt x="11067131" y="0"/>
                    <a:pt x="11092447" y="89267"/>
                    <a:pt x="11092447" y="199188"/>
                  </a:cubicBezTo>
                  <a:lnTo>
                    <a:pt x="11092447" y="995711"/>
                  </a:lnTo>
                  <a:cubicBezTo>
                    <a:pt x="11092447" y="1105632"/>
                    <a:pt x="11067131" y="1194868"/>
                    <a:pt x="11035980" y="1194868"/>
                  </a:cubicBezTo>
                  <a:lnTo>
                    <a:pt x="56448" y="1194868"/>
                  </a:lnTo>
                  <a:cubicBezTo>
                    <a:pt x="25298" y="1194868"/>
                    <a:pt x="0" y="1105632"/>
                    <a:pt x="0" y="995711"/>
                  </a:cubicBezTo>
                  <a:close/>
                </a:path>
              </a:pathLst>
            </a:custGeom>
            <a:grpFill/>
            <a:ln w="15875" cap="sq">
              <a:solidFill>
                <a:schemeClr val="accent6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20" name="TextBox 529">
            <a:extLst>
              <a:ext uri="{FF2B5EF4-FFF2-40B4-BE49-F238E27FC236}">
                <a16:creationId xmlns:a16="http://schemas.microsoft.com/office/drawing/2014/main" id="{7FDF3453-C197-F7AD-DC9F-97F088A3335E}"/>
              </a:ext>
            </a:extLst>
          </p:cNvPr>
          <p:cNvSpPr txBox="1"/>
          <p:nvPr/>
        </p:nvSpPr>
        <p:spPr>
          <a:xfrm>
            <a:off x="322512" y="5343861"/>
            <a:ext cx="2286569" cy="1221336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575"/>
              </a:lnSpc>
            </a:pPr>
            <a:r>
              <a:rPr lang="en-US" sz="900" b="1" dirty="0">
                <a:solidFill>
                  <a:srgbClr val="18202A"/>
                </a:solidFill>
                <a:latin typeface="Arial Bold"/>
                <a:ea typeface="Arial Bold"/>
                <a:cs typeface="Arial Bold"/>
                <a:sym typeface="Arial Bold"/>
              </a:rPr>
              <a:t>EM CASO DE DÚVIDA, NÃO LIBERAR AUTOMATICAMENTE. </a:t>
            </a:r>
            <a:r>
              <a:rPr lang="en-US" sz="900" b="1" dirty="0" err="1">
                <a:solidFill>
                  <a:srgbClr val="18202A"/>
                </a:solidFill>
                <a:latin typeface="Arial Bold"/>
                <a:ea typeface="Arial Bold"/>
                <a:cs typeface="Arial Bold"/>
                <a:sym typeface="Arial Bold"/>
              </a:rPr>
              <a:t>Consulte</a:t>
            </a:r>
            <a:r>
              <a:rPr lang="en-US" sz="900" b="1" dirty="0">
                <a:solidFill>
                  <a:srgbClr val="18202A"/>
                </a:solidFill>
                <a:latin typeface="Arial Bold"/>
                <a:ea typeface="Arial Bold"/>
                <a:cs typeface="Arial Bold"/>
                <a:sym typeface="Arial Bold"/>
              </a:rPr>
              <a:t> a norma </a:t>
            </a:r>
            <a:r>
              <a:rPr lang="en-US" sz="900" b="1" dirty="0" err="1">
                <a:solidFill>
                  <a:srgbClr val="18202A"/>
                </a:solidFill>
                <a:latin typeface="Arial Bold"/>
                <a:ea typeface="Arial Bold"/>
                <a:cs typeface="Arial Bold"/>
                <a:sym typeface="Arial Bold"/>
              </a:rPr>
              <a:t>ou</a:t>
            </a:r>
            <a:r>
              <a:rPr lang="en-US" sz="900" b="1" dirty="0">
                <a:solidFill>
                  <a:srgbClr val="18202A"/>
                </a:solidFill>
                <a:latin typeface="Arial Bold"/>
                <a:ea typeface="Arial Bold"/>
                <a:cs typeface="Arial Bold"/>
                <a:sym typeface="Arial Bold"/>
              </a:rPr>
              <a:t> o </a:t>
            </a:r>
            <a:r>
              <a:rPr lang="en-US" sz="900" b="1" dirty="0" err="1">
                <a:solidFill>
                  <a:srgbClr val="18202A"/>
                </a:solidFill>
                <a:latin typeface="Arial Bold"/>
                <a:ea typeface="Arial Bold"/>
                <a:cs typeface="Arial Bold"/>
                <a:sym typeface="Arial Bold"/>
              </a:rPr>
              <a:t>responsável</a:t>
            </a:r>
            <a:r>
              <a:rPr lang="en-US" sz="900" b="1" dirty="0">
                <a:solidFill>
                  <a:srgbClr val="18202A"/>
                </a:solidFill>
                <a:latin typeface="Arial Bold"/>
                <a:ea typeface="Arial Bold"/>
                <a:cs typeface="Arial Bold"/>
                <a:sym typeface="Arial Bold"/>
              </a:rPr>
              <a:t> da </a:t>
            </a:r>
            <a:r>
              <a:rPr lang="en-US" sz="900" b="1" dirty="0" err="1">
                <a:solidFill>
                  <a:srgbClr val="18202A"/>
                </a:solidFill>
                <a:latin typeface="Arial Bold"/>
                <a:ea typeface="Arial Bold"/>
                <a:cs typeface="Arial Bold"/>
                <a:sym typeface="Arial Bold"/>
              </a:rPr>
              <a:t>Qualidade</a:t>
            </a:r>
            <a:r>
              <a:rPr lang="en-US" sz="900" b="1" dirty="0">
                <a:solidFill>
                  <a:srgbClr val="18202A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</p:txBody>
      </p:sp>
      <p:sp>
        <p:nvSpPr>
          <p:cNvPr id="599" name="Freeform 570">
            <a:extLst>
              <a:ext uri="{FF2B5EF4-FFF2-40B4-BE49-F238E27FC236}">
                <a16:creationId xmlns:a16="http://schemas.microsoft.com/office/drawing/2014/main" id="{5C7B8572-F9A8-86B0-8B46-8D98A882EF3C}"/>
              </a:ext>
            </a:extLst>
          </p:cNvPr>
          <p:cNvSpPr/>
          <p:nvPr/>
        </p:nvSpPr>
        <p:spPr>
          <a:xfrm>
            <a:off x="7947853" y="5498381"/>
            <a:ext cx="3479178" cy="1344800"/>
          </a:xfrm>
          <a:prstGeom prst="roundRect">
            <a:avLst/>
          </a:prstGeom>
          <a:solidFill>
            <a:srgbClr val="2E8E49"/>
          </a:solidFill>
          <a:ln w="7938" cap="sq">
            <a:solidFill>
              <a:srgbClr val="CAD4DE"/>
            </a:solidFill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600" name="TextBox 571">
            <a:extLst>
              <a:ext uri="{FF2B5EF4-FFF2-40B4-BE49-F238E27FC236}">
                <a16:creationId xmlns:a16="http://schemas.microsoft.com/office/drawing/2014/main" id="{2B99DC51-0B7A-4055-66B2-817A86F6992D}"/>
              </a:ext>
            </a:extLst>
          </p:cNvPr>
          <p:cNvSpPr txBox="1"/>
          <p:nvPr/>
        </p:nvSpPr>
        <p:spPr>
          <a:xfrm>
            <a:off x="8493490" y="5597419"/>
            <a:ext cx="2597153" cy="666237"/>
          </a:xfrm>
          <a:prstGeom prst="rect">
            <a:avLst/>
          </a:prstGeom>
        </p:spPr>
        <p:txBody>
          <a:bodyPr lIns="91618" tIns="91618" rIns="91618" bIns="9161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250"/>
              </a:lnSpc>
            </a:pPr>
            <a:r>
              <a:rPr lang="en-US" sz="2000" dirty="0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PODE LIBERAR</a:t>
            </a:r>
          </a:p>
        </p:txBody>
      </p:sp>
      <p:grpSp>
        <p:nvGrpSpPr>
          <p:cNvPr id="601" name="Group 575">
            <a:extLst>
              <a:ext uri="{FF2B5EF4-FFF2-40B4-BE49-F238E27FC236}">
                <a16:creationId xmlns:a16="http://schemas.microsoft.com/office/drawing/2014/main" id="{BE39A8ED-7AD6-05CE-0B5B-F8B4DF9B751E}"/>
              </a:ext>
            </a:extLst>
          </p:cNvPr>
          <p:cNvGrpSpPr/>
          <p:nvPr/>
        </p:nvGrpSpPr>
        <p:grpSpPr>
          <a:xfrm>
            <a:off x="5015100" y="5503972"/>
            <a:ext cx="2816813" cy="1339209"/>
            <a:chOff x="0" y="0"/>
            <a:chExt cx="2790022" cy="482985"/>
          </a:xfrm>
          <a:solidFill>
            <a:srgbClr val="FFC000"/>
          </a:solidFill>
        </p:grpSpPr>
        <p:sp>
          <p:nvSpPr>
            <p:cNvPr id="615" name="Freeform 576">
              <a:extLst>
                <a:ext uri="{FF2B5EF4-FFF2-40B4-BE49-F238E27FC236}">
                  <a16:creationId xmlns:a16="http://schemas.microsoft.com/office/drawing/2014/main" id="{10314A9A-9FBA-19E7-E071-D1D27B2E0B66}"/>
                </a:ext>
              </a:extLst>
            </p:cNvPr>
            <p:cNvSpPr/>
            <p:nvPr/>
          </p:nvSpPr>
          <p:spPr>
            <a:xfrm>
              <a:off x="0" y="0"/>
              <a:ext cx="2790022" cy="482985"/>
            </a:xfrm>
            <a:prstGeom prst="roundRect">
              <a:avLst/>
            </a:prstGeom>
            <a:grpFill/>
            <a:ln w="7938" cap="sq">
              <a:solidFill>
                <a:srgbClr val="CAD4DE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16" name="TextBox 577">
              <a:extLst>
                <a:ext uri="{FF2B5EF4-FFF2-40B4-BE49-F238E27FC236}">
                  <a16:creationId xmlns:a16="http://schemas.microsoft.com/office/drawing/2014/main" id="{E28477D1-2418-A5BB-1BD2-33DD452F9EBF}"/>
                </a:ext>
              </a:extLst>
            </p:cNvPr>
            <p:cNvSpPr txBox="1"/>
            <p:nvPr/>
          </p:nvSpPr>
          <p:spPr>
            <a:xfrm>
              <a:off x="174501" y="16857"/>
              <a:ext cx="2486879" cy="191143"/>
            </a:xfrm>
            <a:prstGeom prst="roundRect">
              <a:avLst/>
            </a:prstGeom>
            <a:noFill/>
          </p:spPr>
          <p:txBody>
            <a:bodyPr lIns="91618" tIns="91618" rIns="91618" bIns="9161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250"/>
                </a:lnSpc>
              </a:pPr>
              <a:r>
                <a:rPr lang="en-US" sz="1600" b="1" dirty="0">
                  <a:latin typeface="Archivo Black"/>
                  <a:ea typeface="Archivo Black"/>
                  <a:cs typeface="Archivo Black"/>
                  <a:sym typeface="Archivo Black"/>
                </a:rPr>
                <a:t>AVALIAR</a:t>
              </a:r>
              <a:endParaRPr lang="en-US" sz="1400" b="1" dirty="0"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sp>
        <p:nvSpPr>
          <p:cNvPr id="603" name="Freeform 582">
            <a:extLst>
              <a:ext uri="{FF2B5EF4-FFF2-40B4-BE49-F238E27FC236}">
                <a16:creationId xmlns:a16="http://schemas.microsoft.com/office/drawing/2014/main" id="{AA6CDA64-D22C-F955-7E1E-B948E801B260}"/>
              </a:ext>
            </a:extLst>
          </p:cNvPr>
          <p:cNvSpPr/>
          <p:nvPr/>
        </p:nvSpPr>
        <p:spPr>
          <a:xfrm>
            <a:off x="3109770" y="5498382"/>
            <a:ext cx="1883408" cy="1295401"/>
          </a:xfrm>
          <a:prstGeom prst="roundRect">
            <a:avLst/>
          </a:prstGeom>
          <a:solidFill>
            <a:srgbClr val="D62828"/>
          </a:solidFill>
          <a:ln w="7938" cap="sq">
            <a:solidFill>
              <a:srgbClr val="CAD4DE"/>
            </a:solidFill>
            <a:prstDash val="solid"/>
            <a:miter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</p:txBody>
      </p:sp>
      <p:sp>
        <p:nvSpPr>
          <p:cNvPr id="612" name="TextBox 598">
            <a:extLst>
              <a:ext uri="{FF2B5EF4-FFF2-40B4-BE49-F238E27FC236}">
                <a16:creationId xmlns:a16="http://schemas.microsoft.com/office/drawing/2014/main" id="{935A14E9-FF60-6887-8F4E-9D61C41B55B6}"/>
              </a:ext>
            </a:extLst>
          </p:cNvPr>
          <p:cNvSpPr txBox="1"/>
          <p:nvPr/>
        </p:nvSpPr>
        <p:spPr>
          <a:xfrm>
            <a:off x="4486300" y="4739643"/>
            <a:ext cx="2816813" cy="481007"/>
          </a:xfrm>
          <a:prstGeom prst="round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649"/>
              </a:lnSpc>
            </a:pPr>
            <a:endParaRPr/>
          </a:p>
        </p:txBody>
      </p:sp>
      <p:sp>
        <p:nvSpPr>
          <p:cNvPr id="606" name="TextBox 577">
            <a:extLst>
              <a:ext uri="{FF2B5EF4-FFF2-40B4-BE49-F238E27FC236}">
                <a16:creationId xmlns:a16="http://schemas.microsoft.com/office/drawing/2014/main" id="{D0A965F9-E1BB-33A1-CD94-D8709DED5A4E}"/>
              </a:ext>
            </a:extLst>
          </p:cNvPr>
          <p:cNvSpPr txBox="1"/>
          <p:nvPr/>
        </p:nvSpPr>
        <p:spPr>
          <a:xfrm>
            <a:off x="5075522" y="6002846"/>
            <a:ext cx="2647349" cy="813973"/>
          </a:xfrm>
          <a:prstGeom prst="rect">
            <a:avLst/>
          </a:prstGeom>
        </p:spPr>
        <p:txBody>
          <a:bodyPr lIns="91618" tIns="91618" rIns="91618" bIns="9161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latin typeface="Archivo Black"/>
                <a:ea typeface="Archivo Black"/>
                <a:cs typeface="Archivo Black"/>
                <a:sym typeface="Archivo Black"/>
              </a:rPr>
              <a:t>Avalie se </a:t>
            </a:r>
            <a:r>
              <a:rPr lang="en-US" sz="1200" dirty="0" err="1">
                <a:latin typeface="Archivo Black"/>
                <a:ea typeface="Archivo Black"/>
                <a:cs typeface="Archivo Black"/>
                <a:sym typeface="Archivo Black"/>
              </a:rPr>
              <a:t>está</a:t>
            </a:r>
            <a:r>
              <a:rPr lang="en-US" sz="1200" dirty="0"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1200" dirty="0" err="1">
                <a:latin typeface="Archivo Black"/>
                <a:ea typeface="Archivo Black"/>
                <a:cs typeface="Archivo Black"/>
                <a:sym typeface="Archivo Black"/>
              </a:rPr>
              <a:t>muito</a:t>
            </a:r>
            <a:r>
              <a:rPr lang="en-US" sz="1200" dirty="0"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1200" dirty="0" err="1">
                <a:latin typeface="Archivo Black"/>
                <a:ea typeface="Archivo Black"/>
                <a:cs typeface="Archivo Black"/>
                <a:sym typeface="Archivo Black"/>
              </a:rPr>
              <a:t>visivel</a:t>
            </a:r>
            <a:r>
              <a:rPr lang="en-US" sz="1200" dirty="0">
                <a:latin typeface="Archivo Black"/>
                <a:ea typeface="Archivo Black"/>
                <a:cs typeface="Archivo Black"/>
                <a:sym typeface="Archivo Black"/>
              </a:rPr>
              <a:t> a </a:t>
            </a:r>
            <a:r>
              <a:rPr lang="en-US" sz="1200" dirty="0" err="1">
                <a:latin typeface="Archivo Black"/>
                <a:ea typeface="Archivo Black"/>
                <a:cs typeface="Archivo Black"/>
                <a:sym typeface="Archivo Black"/>
              </a:rPr>
              <a:t>não</a:t>
            </a:r>
            <a:r>
              <a:rPr lang="en-US" sz="1200" dirty="0"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1200" dirty="0" err="1">
                <a:latin typeface="Archivo Black"/>
                <a:ea typeface="Archivo Black"/>
                <a:cs typeface="Archivo Black"/>
                <a:sym typeface="Archivo Black"/>
              </a:rPr>
              <a:t>conformidade,conforme</a:t>
            </a:r>
            <a:r>
              <a:rPr lang="en-US" sz="1200" dirty="0"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1200" dirty="0" err="1">
                <a:latin typeface="Archivo Black"/>
                <a:ea typeface="Archivo Black"/>
                <a:cs typeface="Archivo Black"/>
                <a:sym typeface="Archivo Black"/>
              </a:rPr>
              <a:t>os</a:t>
            </a:r>
            <a:r>
              <a:rPr lang="en-US" sz="1200" dirty="0"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1200" dirty="0" err="1">
                <a:latin typeface="Archivo Black"/>
                <a:ea typeface="Archivo Black"/>
                <a:cs typeface="Archivo Black"/>
                <a:sym typeface="Archivo Black"/>
              </a:rPr>
              <a:t>limites</a:t>
            </a:r>
            <a:r>
              <a:rPr lang="en-US" sz="1200" dirty="0">
                <a:latin typeface="Archivo Black"/>
                <a:ea typeface="Archivo Black"/>
                <a:cs typeface="Archivo Black"/>
                <a:sym typeface="Archivo Black"/>
              </a:rPr>
              <a:t> da </a:t>
            </a:r>
          </a:p>
          <a:p>
            <a:pPr algn="ctr"/>
            <a:r>
              <a:rPr lang="pt-BR" sz="1200" b="1" dirty="0">
                <a:latin typeface="Arial"/>
              </a:rPr>
              <a:t>ITS 177 e ITS 176 ou STD120-0014 e STD120-0015</a:t>
            </a:r>
          </a:p>
        </p:txBody>
      </p:sp>
      <p:pic>
        <p:nvPicPr>
          <p:cNvPr id="607" name="Imagem 606">
            <a:extLst>
              <a:ext uri="{FF2B5EF4-FFF2-40B4-BE49-F238E27FC236}">
                <a16:creationId xmlns:a16="http://schemas.microsoft.com/office/drawing/2014/main" id="{9D93ADAA-1072-6442-F384-A1180D369B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475" y="5557990"/>
            <a:ext cx="460225" cy="460225"/>
          </a:xfrm>
          <a:prstGeom prst="rect">
            <a:avLst/>
          </a:prstGeom>
        </p:spPr>
      </p:pic>
      <p:sp>
        <p:nvSpPr>
          <p:cNvPr id="608" name="TextBox 571">
            <a:extLst>
              <a:ext uri="{FF2B5EF4-FFF2-40B4-BE49-F238E27FC236}">
                <a16:creationId xmlns:a16="http://schemas.microsoft.com/office/drawing/2014/main" id="{9F6CD18F-6D09-8CE6-3D1B-51D383E6241E}"/>
              </a:ext>
            </a:extLst>
          </p:cNvPr>
          <p:cNvSpPr txBox="1"/>
          <p:nvPr/>
        </p:nvSpPr>
        <p:spPr>
          <a:xfrm>
            <a:off x="7974138" y="5807975"/>
            <a:ext cx="3479178" cy="1223142"/>
          </a:xfrm>
          <a:prstGeom prst="rect">
            <a:avLst/>
          </a:prstGeom>
        </p:spPr>
        <p:txBody>
          <a:bodyPr lIns="91618" tIns="91618" rIns="91618" bIns="9161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250"/>
              </a:lnSpc>
            </a:pPr>
            <a:r>
              <a:rPr lang="en-US" sz="1875" dirty="0" err="1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desde</a:t>
            </a:r>
            <a:r>
              <a:rPr lang="en-US" sz="1875" dirty="0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1875" dirty="0" err="1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que</a:t>
            </a:r>
            <a:r>
              <a:rPr lang="en-US" sz="1875" dirty="0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1875" dirty="0" err="1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não</a:t>
            </a:r>
            <a:r>
              <a:rPr lang="en-US" sz="1875" dirty="0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1875" dirty="0" err="1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comprometa</a:t>
            </a:r>
            <a:r>
              <a:rPr lang="en-US" sz="1875" dirty="0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 a </a:t>
            </a:r>
            <a:r>
              <a:rPr lang="en-US" sz="1875" dirty="0" err="1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função</a:t>
            </a:r>
            <a:r>
              <a:rPr lang="en-US" sz="1875" dirty="0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1875" dirty="0" err="1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ou</a:t>
            </a:r>
            <a:r>
              <a:rPr lang="en-US" sz="1875" dirty="0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 a </a:t>
            </a:r>
            <a:r>
              <a:rPr lang="en-US" sz="1875" dirty="0" err="1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proteção</a:t>
            </a:r>
            <a:r>
              <a:rPr lang="en-US" sz="1875" dirty="0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 da </a:t>
            </a:r>
            <a:r>
              <a:rPr lang="en-US" sz="1875" dirty="0" err="1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peça</a:t>
            </a:r>
            <a:endParaRPr lang="en-US" sz="1875" dirty="0">
              <a:solidFill>
                <a:schemeClr val="bg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09" name="TextBox 133">
            <a:extLst>
              <a:ext uri="{FF2B5EF4-FFF2-40B4-BE49-F238E27FC236}">
                <a16:creationId xmlns:a16="http://schemas.microsoft.com/office/drawing/2014/main" id="{99FE45C7-7C81-B0E6-A477-7487A0827CBA}"/>
              </a:ext>
            </a:extLst>
          </p:cNvPr>
          <p:cNvSpPr txBox="1"/>
          <p:nvPr/>
        </p:nvSpPr>
        <p:spPr>
          <a:xfrm>
            <a:off x="2907253" y="5857240"/>
            <a:ext cx="1214474" cy="75385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22"/>
              </a:lnSpc>
            </a:pP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✕</a:t>
            </a:r>
            <a:endParaRPr lang="en-US" sz="1102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610" name="TextBox 219">
            <a:extLst>
              <a:ext uri="{FF2B5EF4-FFF2-40B4-BE49-F238E27FC236}">
                <a16:creationId xmlns:a16="http://schemas.microsoft.com/office/drawing/2014/main" id="{583C06C6-5D3E-42C1-7AF7-0A112200289D}"/>
              </a:ext>
            </a:extLst>
          </p:cNvPr>
          <p:cNvSpPr txBox="1"/>
          <p:nvPr/>
        </p:nvSpPr>
        <p:spPr>
          <a:xfrm>
            <a:off x="8317133" y="5753025"/>
            <a:ext cx="639245" cy="504465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22"/>
              </a:lnSpc>
            </a:pPr>
            <a:r>
              <a:rPr lang="en-US" sz="28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  <a:endParaRPr lang="en-US" sz="800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622" name="TextBox 583">
            <a:extLst>
              <a:ext uri="{FF2B5EF4-FFF2-40B4-BE49-F238E27FC236}">
                <a16:creationId xmlns:a16="http://schemas.microsoft.com/office/drawing/2014/main" id="{68888DA2-B2FF-B631-45B6-D8BC7ED5B971}"/>
              </a:ext>
            </a:extLst>
          </p:cNvPr>
          <p:cNvSpPr txBox="1"/>
          <p:nvPr/>
        </p:nvSpPr>
        <p:spPr>
          <a:xfrm>
            <a:off x="2383291" y="5788103"/>
            <a:ext cx="3773914" cy="666237"/>
          </a:xfrm>
          <a:prstGeom prst="rect">
            <a:avLst/>
          </a:prstGeom>
        </p:spPr>
        <p:txBody>
          <a:bodyPr lIns="91618" tIns="91618" rIns="91618" bIns="9161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249"/>
              </a:lnSpc>
            </a:pPr>
            <a:r>
              <a:rPr lang="en-US" sz="2000" dirty="0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REPROVAR</a:t>
            </a:r>
            <a:endParaRPr lang="en-US" sz="2400" dirty="0">
              <a:solidFill>
                <a:schemeClr val="bg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624" name="Imagem 623">
            <a:extLst>
              <a:ext uri="{FF2B5EF4-FFF2-40B4-BE49-F238E27FC236}">
                <a16:creationId xmlns:a16="http://schemas.microsoft.com/office/drawing/2014/main" id="{E74FDECE-CE93-098E-E428-77A6B1B11E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841" y="6287128"/>
            <a:ext cx="460225" cy="460225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1ACEC5C8-527C-8E2E-71FB-915A2E1F7A9D}"/>
              </a:ext>
            </a:extLst>
          </p:cNvPr>
          <p:cNvSpPr/>
          <p:nvPr/>
        </p:nvSpPr>
        <p:spPr>
          <a:xfrm>
            <a:off x="108760" y="-4602"/>
            <a:ext cx="11868912" cy="65836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E19F7690-79BA-CBFD-D842-5F1A523B9BFD}"/>
              </a:ext>
            </a:extLst>
          </p:cNvPr>
          <p:cNvSpPr/>
          <p:nvPr/>
        </p:nvSpPr>
        <p:spPr>
          <a:xfrm>
            <a:off x="264208" y="95982"/>
            <a:ext cx="47548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31DE703E-3BEB-4EAB-81D2-2827EE525975}"/>
              </a:ext>
            </a:extLst>
          </p:cNvPr>
          <p:cNvSpPr txBox="1"/>
          <p:nvPr/>
        </p:nvSpPr>
        <p:spPr>
          <a:xfrm>
            <a:off x="264208" y="206088"/>
            <a:ext cx="475488" cy="2369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300" b="1" dirty="0">
                <a:solidFill>
                  <a:srgbClr val="091B3F"/>
                </a:solidFill>
                <a:latin typeface="Arial"/>
              </a:rPr>
              <a:t>2.2</a:t>
            </a:r>
            <a:endParaRPr sz="1300" b="1" dirty="0">
              <a:solidFill>
                <a:srgbClr val="091B3F"/>
              </a:solidFill>
              <a:latin typeface="Arial"/>
            </a:endParaRP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F404DE54-9D53-A2F2-9622-764B4242C598}"/>
              </a:ext>
            </a:extLst>
          </p:cNvPr>
          <p:cNvSpPr txBox="1"/>
          <p:nvPr/>
        </p:nvSpPr>
        <p:spPr>
          <a:xfrm>
            <a:off x="823798" y="161291"/>
            <a:ext cx="740664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Arial"/>
              </a:rPr>
              <a:t>Exemplos práticos das classes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9" name="Group 471">
            <a:extLst>
              <a:ext uri="{FF2B5EF4-FFF2-40B4-BE49-F238E27FC236}">
                <a16:creationId xmlns:a16="http://schemas.microsoft.com/office/drawing/2014/main" id="{B9F2F2D5-A543-0741-9722-CBE3C2659B3C}"/>
              </a:ext>
            </a:extLst>
          </p:cNvPr>
          <p:cNvGrpSpPr/>
          <p:nvPr/>
        </p:nvGrpSpPr>
        <p:grpSpPr>
          <a:xfrm>
            <a:off x="8151592" y="4719173"/>
            <a:ext cx="240030" cy="254318"/>
            <a:chOff x="0" y="-19050"/>
            <a:chExt cx="320040" cy="339090"/>
          </a:xfrm>
        </p:grpSpPr>
        <p:sp>
          <p:nvSpPr>
            <p:cNvPr id="30" name="Freeform 472">
              <a:extLst>
                <a:ext uri="{FF2B5EF4-FFF2-40B4-BE49-F238E27FC236}">
                  <a16:creationId xmlns:a16="http://schemas.microsoft.com/office/drawing/2014/main" id="{9DE04714-0095-9FA2-0902-29CF63039221}"/>
                </a:ext>
              </a:extLst>
            </p:cNvPr>
            <p:cNvSpPr/>
            <p:nvPr/>
          </p:nvSpPr>
          <p:spPr>
            <a:xfrm>
              <a:off x="0" y="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cubicBezTo>
                    <a:pt x="0" y="71628"/>
                    <a:pt x="71628" y="0"/>
                    <a:pt x="160020" y="0"/>
                  </a:cubicBezTo>
                  <a:cubicBezTo>
                    <a:pt x="248412" y="0"/>
                    <a:pt x="320040" y="71628"/>
                    <a:pt x="320040" y="160020"/>
                  </a:cubicBezTo>
                  <a:cubicBezTo>
                    <a:pt x="320040" y="248412"/>
                    <a:pt x="248412" y="320040"/>
                    <a:pt x="160020" y="320040"/>
                  </a:cubicBezTo>
                  <a:cubicBezTo>
                    <a:pt x="71628" y="320040"/>
                    <a:pt x="0" y="248412"/>
                    <a:pt x="0" y="160020"/>
                  </a:cubicBezTo>
                  <a:close/>
                </a:path>
              </a:pathLst>
            </a:custGeom>
            <a:solidFill>
              <a:srgbClr val="ED891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TextBox 473">
              <a:extLst>
                <a:ext uri="{FF2B5EF4-FFF2-40B4-BE49-F238E27FC236}">
                  <a16:creationId xmlns:a16="http://schemas.microsoft.com/office/drawing/2014/main" id="{7355E832-7405-1156-FCD1-3DE9B09065F4}"/>
                </a:ext>
              </a:extLst>
            </p:cNvPr>
            <p:cNvSpPr txBox="1"/>
            <p:nvPr/>
          </p:nvSpPr>
          <p:spPr>
            <a:xfrm>
              <a:off x="0" y="-19050"/>
              <a:ext cx="320040" cy="3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2"/>
                </a:lnSpc>
              </a:pPr>
              <a:r>
                <a:rPr lang="en-US" sz="11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079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78F39-F88C-8B0D-856C-B73256D4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970EF9B-0A0A-6C0F-6B82-1FF82A0820E0}"/>
              </a:ext>
            </a:extLst>
          </p:cNvPr>
          <p:cNvSpPr/>
          <p:nvPr/>
        </p:nvSpPr>
        <p:spPr>
          <a:xfrm>
            <a:off x="164592" y="109728"/>
            <a:ext cx="11868912" cy="658368"/>
          </a:xfrm>
          <a:prstGeom prst="roundRect">
            <a:avLst/>
          </a:prstGeom>
          <a:solidFill>
            <a:srgbClr val="C00000"/>
          </a:solidFill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347BAA6-3C41-FA98-C355-8886AE8E46E0}"/>
              </a:ext>
            </a:extLst>
          </p:cNvPr>
          <p:cNvSpPr/>
          <p:nvPr/>
        </p:nvSpPr>
        <p:spPr>
          <a:xfrm>
            <a:off x="320040" y="210312"/>
            <a:ext cx="47548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0A89E-28A5-1427-EE58-480220437DBD}"/>
              </a:ext>
            </a:extLst>
          </p:cNvPr>
          <p:cNvSpPr txBox="1"/>
          <p:nvPr/>
        </p:nvSpPr>
        <p:spPr>
          <a:xfrm>
            <a:off x="320040" y="320418"/>
            <a:ext cx="475488" cy="2369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300" b="1" dirty="0">
                <a:solidFill>
                  <a:srgbClr val="091B3F"/>
                </a:solidFill>
                <a:latin typeface="Arial"/>
              </a:rPr>
              <a:t>3</a:t>
            </a:r>
            <a:endParaRPr sz="1300" b="1" dirty="0">
              <a:solidFill>
                <a:srgbClr val="091B3F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A619D-66E3-91E8-7546-C98B90685185}"/>
              </a:ext>
            </a:extLst>
          </p:cNvPr>
          <p:cNvSpPr txBox="1"/>
          <p:nvPr/>
        </p:nvSpPr>
        <p:spPr>
          <a:xfrm>
            <a:off x="914400" y="154362"/>
            <a:ext cx="740664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Arial"/>
              </a:rPr>
              <a:t>PONTOS DE ATENÇÃO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F36268C3-CDA9-48B1-4E9A-9E07A8D9C958}"/>
              </a:ext>
            </a:extLst>
          </p:cNvPr>
          <p:cNvSpPr/>
          <p:nvPr/>
        </p:nvSpPr>
        <p:spPr>
          <a:xfrm>
            <a:off x="164592" y="6428232"/>
            <a:ext cx="11868912" cy="256032"/>
          </a:xfrm>
          <a:prstGeom prst="roundRect">
            <a:avLst/>
          </a:prstGeom>
          <a:solidFill>
            <a:srgbClr val="091B3F"/>
          </a:solidFill>
          <a:ln w="12700">
            <a:solidFill>
              <a:srgbClr val="09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2A59A2A-4221-76D0-A577-FFFA0AA7271B}"/>
              </a:ext>
            </a:extLst>
          </p:cNvPr>
          <p:cNvSpPr txBox="1"/>
          <p:nvPr/>
        </p:nvSpPr>
        <p:spPr>
          <a:xfrm>
            <a:off x="320040" y="6455664"/>
            <a:ext cx="11521440" cy="14630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QUALIDADE É CONFORMIDADE • CONSULTE SEMPRE O DESENHO TÉCNICO E A INSTRUÇÃO APLICÁVEL</a:t>
            </a:r>
          </a:p>
        </p:txBody>
      </p:sp>
      <p:sp>
        <p:nvSpPr>
          <p:cNvPr id="8" name="Rounded Rectangle 56">
            <a:extLst>
              <a:ext uri="{FF2B5EF4-FFF2-40B4-BE49-F238E27FC236}">
                <a16:creationId xmlns:a16="http://schemas.microsoft.com/office/drawing/2014/main" id="{ADAFCA24-EBC8-041A-F218-C45CD5224726}"/>
              </a:ext>
            </a:extLst>
          </p:cNvPr>
          <p:cNvSpPr/>
          <p:nvPr/>
        </p:nvSpPr>
        <p:spPr>
          <a:xfrm>
            <a:off x="164591" y="866268"/>
            <a:ext cx="5634325" cy="2478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56">
            <a:extLst>
              <a:ext uri="{FF2B5EF4-FFF2-40B4-BE49-F238E27FC236}">
                <a16:creationId xmlns:a16="http://schemas.microsoft.com/office/drawing/2014/main" id="{5ADDFD4E-E69F-7E44-C259-ACAB960A7164}"/>
              </a:ext>
            </a:extLst>
          </p:cNvPr>
          <p:cNvSpPr/>
          <p:nvPr/>
        </p:nvSpPr>
        <p:spPr>
          <a:xfrm>
            <a:off x="6207154" y="866268"/>
            <a:ext cx="5634325" cy="2478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56">
            <a:extLst>
              <a:ext uri="{FF2B5EF4-FFF2-40B4-BE49-F238E27FC236}">
                <a16:creationId xmlns:a16="http://schemas.microsoft.com/office/drawing/2014/main" id="{22DDCF40-2BAB-374C-2AB5-4BF66BA4FC95}"/>
              </a:ext>
            </a:extLst>
          </p:cNvPr>
          <p:cNvSpPr/>
          <p:nvPr/>
        </p:nvSpPr>
        <p:spPr>
          <a:xfrm>
            <a:off x="164592" y="3647250"/>
            <a:ext cx="5634325" cy="2478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56">
            <a:extLst>
              <a:ext uri="{FF2B5EF4-FFF2-40B4-BE49-F238E27FC236}">
                <a16:creationId xmlns:a16="http://schemas.microsoft.com/office/drawing/2014/main" id="{74687044-7E46-BAF1-FCB8-6A9C37B1C696}"/>
              </a:ext>
            </a:extLst>
          </p:cNvPr>
          <p:cNvSpPr/>
          <p:nvPr/>
        </p:nvSpPr>
        <p:spPr>
          <a:xfrm>
            <a:off x="6207155" y="3647250"/>
            <a:ext cx="5634325" cy="2478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6487AE99-ACAE-5474-12B1-E4B11A95F8D5}"/>
              </a:ext>
            </a:extLst>
          </p:cNvPr>
          <p:cNvSpPr txBox="1"/>
          <p:nvPr/>
        </p:nvSpPr>
        <p:spPr>
          <a:xfrm>
            <a:off x="164593" y="970470"/>
            <a:ext cx="5530151" cy="406265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200" b="1" dirty="0">
                <a:solidFill>
                  <a:srgbClr val="091B3F"/>
                </a:solidFill>
                <a:latin typeface="Arial"/>
              </a:rPr>
              <a:t>OLHAR COM ATENÇÃO AS BORDAS,QUINAS INTERNAS E REGIÕES ONDE A TINTA TENDE A ACUMULAR</a:t>
            </a:r>
            <a:endParaRPr sz="1200" b="1" dirty="0">
              <a:solidFill>
                <a:srgbClr val="091B3F"/>
              </a:solidFill>
              <a:latin typeface="Arial"/>
            </a:endParaRP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13BD9351-613B-1298-5366-FC82862A711B}"/>
              </a:ext>
            </a:extLst>
          </p:cNvPr>
          <p:cNvSpPr txBox="1"/>
          <p:nvPr/>
        </p:nvSpPr>
        <p:spPr>
          <a:xfrm>
            <a:off x="6207155" y="970470"/>
            <a:ext cx="5517999" cy="406265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200" b="1" dirty="0">
                <a:solidFill>
                  <a:srgbClr val="091B3F"/>
                </a:solidFill>
                <a:latin typeface="Arial"/>
              </a:rPr>
              <a:t>VERIFICAR LOCAIS ONDE A PEÇA FOI APOIADA,PENDURADA OU TOCADA DURANTE O PROCESSO</a:t>
            </a:r>
            <a:endParaRPr sz="1200" b="1" dirty="0">
              <a:solidFill>
                <a:srgbClr val="091B3F"/>
              </a:solidFill>
              <a:latin typeface="Arial"/>
            </a:endParaRPr>
          </a:p>
        </p:txBody>
      </p:sp>
      <p:sp>
        <p:nvSpPr>
          <p:cNvPr id="46" name="TextBox 15">
            <a:extLst>
              <a:ext uri="{FF2B5EF4-FFF2-40B4-BE49-F238E27FC236}">
                <a16:creationId xmlns:a16="http://schemas.microsoft.com/office/drawing/2014/main" id="{CB32B099-DE58-05BE-639D-75B400E53472}"/>
              </a:ext>
            </a:extLst>
          </p:cNvPr>
          <p:cNvSpPr txBox="1"/>
          <p:nvPr/>
        </p:nvSpPr>
        <p:spPr>
          <a:xfrm>
            <a:off x="350520" y="3791684"/>
            <a:ext cx="5386279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200" b="1" dirty="0">
                <a:solidFill>
                  <a:srgbClr val="091B3F"/>
                </a:solidFill>
                <a:latin typeface="Arial"/>
              </a:rPr>
              <a:t>VERIFICAR SE CONTEM FALHAS DE PINTURA</a:t>
            </a:r>
            <a:endParaRPr sz="1200" b="1" dirty="0">
              <a:solidFill>
                <a:srgbClr val="091B3F"/>
              </a:solidFill>
              <a:latin typeface="Arial"/>
            </a:endParaRPr>
          </a:p>
        </p:txBody>
      </p:sp>
      <p:sp>
        <p:nvSpPr>
          <p:cNvPr id="48" name="TextBox 15">
            <a:extLst>
              <a:ext uri="{FF2B5EF4-FFF2-40B4-BE49-F238E27FC236}">
                <a16:creationId xmlns:a16="http://schemas.microsoft.com/office/drawing/2014/main" id="{E313F1AE-8DF2-30C5-8AE0-529611D6FEF3}"/>
              </a:ext>
            </a:extLst>
          </p:cNvPr>
          <p:cNvSpPr txBox="1"/>
          <p:nvPr/>
        </p:nvSpPr>
        <p:spPr>
          <a:xfrm>
            <a:off x="6276603" y="3764794"/>
            <a:ext cx="5386279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200" b="1" dirty="0">
                <a:solidFill>
                  <a:srgbClr val="091B3F"/>
                </a:solidFill>
                <a:latin typeface="Arial"/>
              </a:rPr>
              <a:t>VERIFICAR SE CONTEM RESIDOS NA PEÇA COMO SUJEIRA</a:t>
            </a:r>
            <a:endParaRPr sz="1200" b="1" dirty="0">
              <a:solidFill>
                <a:srgbClr val="091B3F"/>
              </a:solidFill>
              <a:latin typeface="Arial"/>
            </a:endParaRPr>
          </a:p>
        </p:txBody>
      </p:sp>
      <p:pic>
        <p:nvPicPr>
          <p:cNvPr id="49" name="Imagem 48">
            <a:extLst>
              <a:ext uri="{FF2B5EF4-FFF2-40B4-BE49-F238E27FC236}">
                <a16:creationId xmlns:a16="http://schemas.microsoft.com/office/drawing/2014/main" id="{2B9A6FDC-CB2A-B59A-BEFE-01CC54AFE5A6}"/>
              </a:ext>
            </a:extLst>
          </p:cNvPr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06" y="4025964"/>
            <a:ext cx="5051229" cy="2026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D9E3F6F0-F2F9-575B-2442-AEB43BD371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95" t="27589" r="30396" b="39557"/>
          <a:stretch>
            <a:fillRect/>
          </a:stretch>
        </p:blipFill>
        <p:spPr>
          <a:xfrm>
            <a:off x="9074552" y="4068689"/>
            <a:ext cx="2584741" cy="19230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9" name="Imagem 78">
            <a:extLst>
              <a:ext uri="{FF2B5EF4-FFF2-40B4-BE49-F238E27FC236}">
                <a16:creationId xmlns:a16="http://schemas.microsoft.com/office/drawing/2014/main" id="{2B388364-0906-B17A-E559-1E4501BB27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598" t="25654" r="17195" b="54937"/>
          <a:stretch>
            <a:fillRect/>
          </a:stretch>
        </p:blipFill>
        <p:spPr>
          <a:xfrm>
            <a:off x="6609144" y="1404168"/>
            <a:ext cx="2583802" cy="18498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64693BF9-11F7-3F16-0B45-AA09BF2B31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244" t="53826" r="48231" b="29311"/>
          <a:stretch>
            <a:fillRect/>
          </a:stretch>
        </p:blipFill>
        <p:spPr>
          <a:xfrm>
            <a:off x="9494466" y="1376735"/>
            <a:ext cx="2045493" cy="18773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6" name="Imagem 85">
            <a:extLst>
              <a:ext uri="{FF2B5EF4-FFF2-40B4-BE49-F238E27FC236}">
                <a16:creationId xmlns:a16="http://schemas.microsoft.com/office/drawing/2014/main" id="{14370F1C-1C64-A28A-6CA2-0FDBEF233330}"/>
              </a:ext>
            </a:extLst>
          </p:cNvPr>
          <p:cNvPicPr>
            <a:picLocks noChangeAspect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5" t="16290" r="13352" b="23147"/>
          <a:stretch>
            <a:fillRect/>
          </a:stretch>
        </p:blipFill>
        <p:spPr bwMode="auto">
          <a:xfrm>
            <a:off x="6461886" y="4068689"/>
            <a:ext cx="2584741" cy="1923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5D59CF0-006C-8CF3-15C5-5593568EA01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570" t="37098" r="28153" b="36959"/>
          <a:stretch>
            <a:fillRect/>
          </a:stretch>
        </p:blipFill>
        <p:spPr>
          <a:xfrm>
            <a:off x="518044" y="1357760"/>
            <a:ext cx="2260737" cy="17791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8ECAF3D0-1032-9440-01FE-D32BC4C98F77}"/>
              </a:ext>
            </a:extLst>
          </p:cNvPr>
          <p:cNvSpPr txBox="1"/>
          <p:nvPr/>
        </p:nvSpPr>
        <p:spPr>
          <a:xfrm>
            <a:off x="914400" y="465274"/>
            <a:ext cx="7132320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pt-BR" sz="1200" b="1" dirty="0">
                <a:solidFill>
                  <a:schemeClr val="bg1"/>
                </a:solidFill>
                <a:latin typeface="Arial"/>
              </a:rPr>
              <a:t>TODOS OS EXEMPLOS SÃO CASOS DE REPROVA</a:t>
            </a:r>
            <a:endParaRPr sz="1200" b="1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5919E3A-2324-C7D8-0CE5-9AAAD0EBBEB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9408" t="44477" r="18625" b="37221"/>
          <a:stretch>
            <a:fillRect/>
          </a:stretch>
        </p:blipFill>
        <p:spPr>
          <a:xfrm>
            <a:off x="2882953" y="1357761"/>
            <a:ext cx="2591871" cy="17791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199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67B55-B505-995A-13AE-88356F957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9B47180-89C3-BBB4-1CA9-B144C15F423F}"/>
              </a:ext>
            </a:extLst>
          </p:cNvPr>
          <p:cNvSpPr/>
          <p:nvPr/>
        </p:nvSpPr>
        <p:spPr>
          <a:xfrm>
            <a:off x="164592" y="109728"/>
            <a:ext cx="11868912" cy="658368"/>
          </a:xfrm>
          <a:prstGeom prst="roundRect">
            <a:avLst/>
          </a:prstGeom>
          <a:solidFill>
            <a:srgbClr val="C00000"/>
          </a:solidFill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FDF531C-412D-6216-5DDB-2FF6A3C39908}"/>
              </a:ext>
            </a:extLst>
          </p:cNvPr>
          <p:cNvSpPr/>
          <p:nvPr/>
        </p:nvSpPr>
        <p:spPr>
          <a:xfrm>
            <a:off x="320040" y="210312"/>
            <a:ext cx="47548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7BEDC-891B-C0AF-EBF3-043003DFAA0A}"/>
              </a:ext>
            </a:extLst>
          </p:cNvPr>
          <p:cNvSpPr txBox="1"/>
          <p:nvPr/>
        </p:nvSpPr>
        <p:spPr>
          <a:xfrm>
            <a:off x="320040" y="320418"/>
            <a:ext cx="475488" cy="2369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300" b="1" dirty="0">
                <a:solidFill>
                  <a:srgbClr val="091B3F"/>
                </a:solidFill>
                <a:latin typeface="Arial"/>
              </a:rPr>
              <a:t>3.1</a:t>
            </a:r>
            <a:endParaRPr sz="1300" b="1" dirty="0">
              <a:solidFill>
                <a:srgbClr val="091B3F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760DA-0524-90C9-321E-FD7A14F7D9FE}"/>
              </a:ext>
            </a:extLst>
          </p:cNvPr>
          <p:cNvSpPr txBox="1"/>
          <p:nvPr/>
        </p:nvSpPr>
        <p:spPr>
          <a:xfrm>
            <a:off x="914400" y="151615"/>
            <a:ext cx="740664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Arial"/>
              </a:rPr>
              <a:t>PONTOS DE ATENÇÃO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701AA1FA-3145-4DB5-A73F-FBE2F963D194}"/>
              </a:ext>
            </a:extLst>
          </p:cNvPr>
          <p:cNvSpPr/>
          <p:nvPr/>
        </p:nvSpPr>
        <p:spPr>
          <a:xfrm>
            <a:off x="164592" y="6428232"/>
            <a:ext cx="11868912" cy="256032"/>
          </a:xfrm>
          <a:prstGeom prst="roundRect">
            <a:avLst/>
          </a:prstGeom>
          <a:solidFill>
            <a:srgbClr val="091B3F"/>
          </a:solidFill>
          <a:ln w="12700">
            <a:solidFill>
              <a:srgbClr val="09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5489C98-8995-E887-CD53-952990C74967}"/>
              </a:ext>
            </a:extLst>
          </p:cNvPr>
          <p:cNvSpPr txBox="1"/>
          <p:nvPr/>
        </p:nvSpPr>
        <p:spPr>
          <a:xfrm>
            <a:off x="320040" y="6455664"/>
            <a:ext cx="11521440" cy="14630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QUALIDADE É CONFORMIDADE • CONSULTE SEMPRE O DESENHO TÉCNICO E A INSTRUÇÃO APLICÁVEL</a:t>
            </a:r>
          </a:p>
        </p:txBody>
      </p:sp>
      <p:sp>
        <p:nvSpPr>
          <p:cNvPr id="8" name="Rounded Rectangle 56">
            <a:extLst>
              <a:ext uri="{FF2B5EF4-FFF2-40B4-BE49-F238E27FC236}">
                <a16:creationId xmlns:a16="http://schemas.microsoft.com/office/drawing/2014/main" id="{207CD622-5B93-D059-EFC7-9BAA37C5854C}"/>
              </a:ext>
            </a:extLst>
          </p:cNvPr>
          <p:cNvSpPr/>
          <p:nvPr/>
        </p:nvSpPr>
        <p:spPr>
          <a:xfrm>
            <a:off x="164591" y="866268"/>
            <a:ext cx="5634325" cy="2478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56">
            <a:extLst>
              <a:ext uri="{FF2B5EF4-FFF2-40B4-BE49-F238E27FC236}">
                <a16:creationId xmlns:a16="http://schemas.microsoft.com/office/drawing/2014/main" id="{4CE48462-4EC2-3ABC-5296-7480CC7E197D}"/>
              </a:ext>
            </a:extLst>
          </p:cNvPr>
          <p:cNvSpPr/>
          <p:nvPr/>
        </p:nvSpPr>
        <p:spPr>
          <a:xfrm>
            <a:off x="6207154" y="866268"/>
            <a:ext cx="5634325" cy="2478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56">
            <a:extLst>
              <a:ext uri="{FF2B5EF4-FFF2-40B4-BE49-F238E27FC236}">
                <a16:creationId xmlns:a16="http://schemas.microsoft.com/office/drawing/2014/main" id="{ED416801-B30A-C034-6188-0E9E93365352}"/>
              </a:ext>
            </a:extLst>
          </p:cNvPr>
          <p:cNvSpPr/>
          <p:nvPr/>
        </p:nvSpPr>
        <p:spPr>
          <a:xfrm>
            <a:off x="164592" y="3647250"/>
            <a:ext cx="5634325" cy="2478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56">
            <a:extLst>
              <a:ext uri="{FF2B5EF4-FFF2-40B4-BE49-F238E27FC236}">
                <a16:creationId xmlns:a16="http://schemas.microsoft.com/office/drawing/2014/main" id="{608BEBFC-470C-9A5E-B65F-85DC52E58D9C}"/>
              </a:ext>
            </a:extLst>
          </p:cNvPr>
          <p:cNvSpPr/>
          <p:nvPr/>
        </p:nvSpPr>
        <p:spPr>
          <a:xfrm>
            <a:off x="6207155" y="3647250"/>
            <a:ext cx="5634325" cy="2478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6760170A-2574-B36C-9B0D-5A8060120575}"/>
              </a:ext>
            </a:extLst>
          </p:cNvPr>
          <p:cNvSpPr txBox="1"/>
          <p:nvPr/>
        </p:nvSpPr>
        <p:spPr>
          <a:xfrm>
            <a:off x="320040" y="970470"/>
            <a:ext cx="5263895" cy="406265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200" b="1" dirty="0">
                <a:solidFill>
                  <a:srgbClr val="091B3F"/>
                </a:solidFill>
                <a:latin typeface="Arial"/>
              </a:rPr>
              <a:t>VERIFICAR A TEMPERATURA E VELOCIDADE DO FORNO PARA EVITAR DESPLACAMENTO</a:t>
            </a:r>
            <a:endParaRPr sz="1200" b="1" dirty="0">
              <a:solidFill>
                <a:srgbClr val="091B3F"/>
              </a:solidFill>
              <a:latin typeface="Arial"/>
            </a:endParaRP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64B3DCBF-1360-795B-119B-BEBB2CAB7099}"/>
              </a:ext>
            </a:extLst>
          </p:cNvPr>
          <p:cNvSpPr txBox="1"/>
          <p:nvPr/>
        </p:nvSpPr>
        <p:spPr>
          <a:xfrm>
            <a:off x="6207155" y="960254"/>
            <a:ext cx="5517999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200" b="1" dirty="0">
                <a:solidFill>
                  <a:srgbClr val="091B3F"/>
                </a:solidFill>
                <a:latin typeface="Arial"/>
              </a:rPr>
              <a:t>VERIFICAR DESVIOS DE COR E BRILHO</a:t>
            </a:r>
            <a:endParaRPr sz="1200" b="1" dirty="0">
              <a:solidFill>
                <a:srgbClr val="091B3F"/>
              </a:solidFill>
              <a:latin typeface="Arial"/>
            </a:endParaRPr>
          </a:p>
        </p:txBody>
      </p:sp>
      <p:sp>
        <p:nvSpPr>
          <p:cNvPr id="46" name="TextBox 15">
            <a:extLst>
              <a:ext uri="{FF2B5EF4-FFF2-40B4-BE49-F238E27FC236}">
                <a16:creationId xmlns:a16="http://schemas.microsoft.com/office/drawing/2014/main" id="{42558E84-B1F3-63C9-B676-26402860AF31}"/>
              </a:ext>
            </a:extLst>
          </p:cNvPr>
          <p:cNvSpPr txBox="1"/>
          <p:nvPr/>
        </p:nvSpPr>
        <p:spPr>
          <a:xfrm>
            <a:off x="350520" y="3791684"/>
            <a:ext cx="5386279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200" b="1" dirty="0">
                <a:solidFill>
                  <a:srgbClr val="091B3F"/>
                </a:solidFill>
                <a:latin typeface="Arial"/>
              </a:rPr>
              <a:t>VERIFICAR NIVEL DE CAMADAS PARA EVITAR DESPLACAMENTO</a:t>
            </a:r>
            <a:endParaRPr sz="1200" b="1" dirty="0">
              <a:solidFill>
                <a:srgbClr val="091B3F"/>
              </a:solidFill>
              <a:latin typeface="Arial"/>
            </a:endParaRPr>
          </a:p>
        </p:txBody>
      </p:sp>
      <p:sp>
        <p:nvSpPr>
          <p:cNvPr id="48" name="TextBox 15">
            <a:extLst>
              <a:ext uri="{FF2B5EF4-FFF2-40B4-BE49-F238E27FC236}">
                <a16:creationId xmlns:a16="http://schemas.microsoft.com/office/drawing/2014/main" id="{7DD0D57D-4AB0-6503-4743-61BB58BF6634}"/>
              </a:ext>
            </a:extLst>
          </p:cNvPr>
          <p:cNvSpPr txBox="1"/>
          <p:nvPr/>
        </p:nvSpPr>
        <p:spPr>
          <a:xfrm>
            <a:off x="6276603" y="3764794"/>
            <a:ext cx="5386279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200" b="1" dirty="0">
                <a:solidFill>
                  <a:srgbClr val="091B3F"/>
                </a:solidFill>
                <a:latin typeface="Arial"/>
              </a:rPr>
              <a:t>VERIFICAR SE CONTEM RESPINGOS NA SUPERFÍCIE</a:t>
            </a:r>
            <a:endParaRPr sz="1200" b="1" dirty="0">
              <a:solidFill>
                <a:srgbClr val="091B3F"/>
              </a:solidFill>
              <a:latin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CFEC18B-F03C-9AA1-FC7F-22C36C3F89C2}"/>
              </a:ext>
            </a:extLst>
          </p:cNvPr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33" y="1436404"/>
            <a:ext cx="5195108" cy="1747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39EA7AF-940A-3110-D4AC-F498C00BC81F}"/>
              </a:ext>
            </a:extLst>
          </p:cNvPr>
          <p:cNvPicPr>
            <a:picLocks noChangeAspect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3085" y="1199935"/>
            <a:ext cx="2061210" cy="1983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36DA60D-8CA1-973F-FC84-2C17F605E2D7}"/>
              </a:ext>
            </a:extLst>
          </p:cNvPr>
          <p:cNvPicPr>
            <a:picLocks noChangeAspect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170" y="1199936"/>
            <a:ext cx="3190712" cy="1983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D50EE70-A293-E66E-A5E4-44A05AD4BDED}"/>
              </a:ext>
            </a:extLst>
          </p:cNvPr>
          <p:cNvPicPr>
            <a:picLocks noChangeAspect="1"/>
          </p:cNvPicPr>
          <p:nvPr/>
        </p:nvPicPr>
        <p:blipFill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33" y="4157717"/>
            <a:ext cx="5400040" cy="176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B986D04-6444-E463-50BB-8707C5A08C75}"/>
              </a:ext>
            </a:extLst>
          </p:cNvPr>
          <p:cNvPicPr>
            <a:picLocks noChangeAspect="1"/>
          </p:cNvPicPr>
          <p:nvPr/>
        </p:nvPicPr>
        <p:blipFill>
          <a:blip r:embed="rId10" r:link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1" t="9505" r="3516" b="10671"/>
          <a:stretch>
            <a:fillRect/>
          </a:stretch>
        </p:blipFill>
        <p:spPr bwMode="auto">
          <a:xfrm>
            <a:off x="6715166" y="3968287"/>
            <a:ext cx="4618299" cy="202344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5">
            <a:extLst>
              <a:ext uri="{FF2B5EF4-FFF2-40B4-BE49-F238E27FC236}">
                <a16:creationId xmlns:a16="http://schemas.microsoft.com/office/drawing/2014/main" id="{C4E36D47-B411-3B21-D295-2BF97535B65B}"/>
              </a:ext>
            </a:extLst>
          </p:cNvPr>
          <p:cNvSpPr txBox="1"/>
          <p:nvPr/>
        </p:nvSpPr>
        <p:spPr>
          <a:xfrm>
            <a:off x="914400" y="465274"/>
            <a:ext cx="7132320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pt-BR" sz="1200" b="1" dirty="0">
                <a:solidFill>
                  <a:schemeClr val="bg1"/>
                </a:solidFill>
                <a:latin typeface="Arial"/>
              </a:rPr>
              <a:t>TODOS OS EXEMPLOS SÃO CASOS DE REPROVA</a:t>
            </a:r>
            <a:endParaRPr sz="1200" b="1" dirty="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2445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1CEF5-42C9-CB27-3EF8-1D7A59D7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BBC451B-CA44-45E6-0DB5-D0F65F500569}"/>
              </a:ext>
            </a:extLst>
          </p:cNvPr>
          <p:cNvSpPr/>
          <p:nvPr/>
        </p:nvSpPr>
        <p:spPr>
          <a:xfrm>
            <a:off x="164592" y="109728"/>
            <a:ext cx="11868912" cy="658368"/>
          </a:xfrm>
          <a:prstGeom prst="roundRect">
            <a:avLst/>
          </a:prstGeom>
          <a:solidFill>
            <a:srgbClr val="C00000"/>
          </a:solidFill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C9CE3CC-F5A9-83E6-E396-6D968C36234D}"/>
              </a:ext>
            </a:extLst>
          </p:cNvPr>
          <p:cNvSpPr/>
          <p:nvPr/>
        </p:nvSpPr>
        <p:spPr>
          <a:xfrm>
            <a:off x="320040" y="210312"/>
            <a:ext cx="47548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7822B-0F82-DC70-A7A5-0C121F323D00}"/>
              </a:ext>
            </a:extLst>
          </p:cNvPr>
          <p:cNvSpPr txBox="1"/>
          <p:nvPr/>
        </p:nvSpPr>
        <p:spPr>
          <a:xfrm>
            <a:off x="320040" y="320418"/>
            <a:ext cx="475488" cy="2369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300" b="1" dirty="0">
                <a:solidFill>
                  <a:srgbClr val="091B3F"/>
                </a:solidFill>
                <a:latin typeface="Arial"/>
              </a:rPr>
              <a:t>3.2</a:t>
            </a:r>
            <a:endParaRPr sz="1300" b="1" dirty="0">
              <a:solidFill>
                <a:srgbClr val="091B3F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B5C0CB-D05D-7C5F-2B35-2F71727D10FB}"/>
              </a:ext>
            </a:extLst>
          </p:cNvPr>
          <p:cNvSpPr txBox="1"/>
          <p:nvPr/>
        </p:nvSpPr>
        <p:spPr>
          <a:xfrm>
            <a:off x="914400" y="164595"/>
            <a:ext cx="7406640" cy="3447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Arial"/>
              </a:rPr>
              <a:t>EXEMPLOS DE NÃO CONFORMIDADES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7FE70F55-0FEC-0BFA-8DFD-30F2398A99D6}"/>
              </a:ext>
            </a:extLst>
          </p:cNvPr>
          <p:cNvSpPr/>
          <p:nvPr/>
        </p:nvSpPr>
        <p:spPr>
          <a:xfrm>
            <a:off x="164592" y="6428232"/>
            <a:ext cx="11868912" cy="256032"/>
          </a:xfrm>
          <a:prstGeom prst="roundRect">
            <a:avLst/>
          </a:prstGeom>
          <a:solidFill>
            <a:srgbClr val="091B3F"/>
          </a:solidFill>
          <a:ln w="12700">
            <a:solidFill>
              <a:srgbClr val="09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69E5DCF-EDD0-52F5-3ED8-7A4A8547C5EB}"/>
              </a:ext>
            </a:extLst>
          </p:cNvPr>
          <p:cNvSpPr txBox="1"/>
          <p:nvPr/>
        </p:nvSpPr>
        <p:spPr>
          <a:xfrm>
            <a:off x="320040" y="6455664"/>
            <a:ext cx="11521440" cy="14630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QUALIDADE É CONFORMIDADE • CONSULTE SEMPRE O DESENHO TÉCNICO E A INSTRUÇÃO APLICÁVEL</a:t>
            </a:r>
          </a:p>
        </p:txBody>
      </p:sp>
      <p:sp>
        <p:nvSpPr>
          <p:cNvPr id="8" name="Rounded Rectangle 56">
            <a:extLst>
              <a:ext uri="{FF2B5EF4-FFF2-40B4-BE49-F238E27FC236}">
                <a16:creationId xmlns:a16="http://schemas.microsoft.com/office/drawing/2014/main" id="{31458EB1-9B3C-D1DE-E9E1-D19040A890E2}"/>
              </a:ext>
            </a:extLst>
          </p:cNvPr>
          <p:cNvSpPr/>
          <p:nvPr/>
        </p:nvSpPr>
        <p:spPr>
          <a:xfrm>
            <a:off x="164591" y="866268"/>
            <a:ext cx="11707369" cy="523359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FD7226BF-A162-3BA9-1233-8AADC3AF17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03" t="5435" r="25021" b="43590"/>
          <a:stretch>
            <a:fillRect/>
          </a:stretch>
        </p:blipFill>
        <p:spPr>
          <a:xfrm>
            <a:off x="465185" y="1164771"/>
            <a:ext cx="3302644" cy="185773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D932EFE-43CD-4DEF-9C48-B6778A98FF12}"/>
              </a:ext>
            </a:extLst>
          </p:cNvPr>
          <p:cNvSpPr txBox="1"/>
          <p:nvPr/>
        </p:nvSpPr>
        <p:spPr>
          <a:xfrm>
            <a:off x="-515440" y="915740"/>
            <a:ext cx="5263895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200" b="1" dirty="0">
                <a:solidFill>
                  <a:srgbClr val="091B3F"/>
                </a:solidFill>
                <a:latin typeface="Arial"/>
              </a:rPr>
              <a:t>FALHA DE PINTURA</a:t>
            </a:r>
            <a:endParaRPr sz="1200" b="1" dirty="0">
              <a:solidFill>
                <a:srgbClr val="091B3F"/>
              </a:solidFill>
              <a:latin typeface="Arial"/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0602ED4E-03D5-D515-FC15-40DDC92C04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" t="33924" r="-2" b="36878"/>
          <a:stretch>
            <a:fillRect/>
          </a:stretch>
        </p:blipFill>
        <p:spPr>
          <a:xfrm>
            <a:off x="4139802" y="1186811"/>
            <a:ext cx="3158388" cy="185773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6" name="TextBox 15">
            <a:extLst>
              <a:ext uri="{FF2B5EF4-FFF2-40B4-BE49-F238E27FC236}">
                <a16:creationId xmlns:a16="http://schemas.microsoft.com/office/drawing/2014/main" id="{96546AFA-542F-14F6-9794-A104E3EABC81}"/>
              </a:ext>
            </a:extLst>
          </p:cNvPr>
          <p:cNvSpPr txBox="1"/>
          <p:nvPr/>
        </p:nvSpPr>
        <p:spPr>
          <a:xfrm>
            <a:off x="4617720" y="904116"/>
            <a:ext cx="5263895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200" b="1" dirty="0">
                <a:solidFill>
                  <a:srgbClr val="091B3F"/>
                </a:solidFill>
                <a:latin typeface="Arial"/>
              </a:rPr>
              <a:t>FERRUGEM</a:t>
            </a:r>
            <a:endParaRPr sz="1200" b="1" dirty="0">
              <a:solidFill>
                <a:srgbClr val="091B3F"/>
              </a:solidFill>
              <a:latin typeface="Arial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CC95FD4D-6F9C-8B04-B7F5-3722EB77DD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64" t="36912" r="48317" b="35002"/>
          <a:stretch>
            <a:fillRect/>
          </a:stretch>
        </p:blipFill>
        <p:spPr>
          <a:xfrm>
            <a:off x="576459" y="3647908"/>
            <a:ext cx="3191371" cy="222136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38" name="TextBox 15">
            <a:extLst>
              <a:ext uri="{FF2B5EF4-FFF2-40B4-BE49-F238E27FC236}">
                <a16:creationId xmlns:a16="http://schemas.microsoft.com/office/drawing/2014/main" id="{42DF6999-AE6C-0730-1148-78E24A167B28}"/>
              </a:ext>
            </a:extLst>
          </p:cNvPr>
          <p:cNvSpPr txBox="1"/>
          <p:nvPr/>
        </p:nvSpPr>
        <p:spPr>
          <a:xfrm>
            <a:off x="-459804" y="3261464"/>
            <a:ext cx="5263895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pt-BR" sz="1200" b="1" dirty="0">
                <a:solidFill>
                  <a:srgbClr val="091B3F"/>
                </a:solidFill>
                <a:latin typeface="Arial"/>
              </a:rPr>
              <a:t>CONTAMINAÇÃO</a:t>
            </a:r>
            <a:endParaRPr sz="1200" b="1" dirty="0">
              <a:solidFill>
                <a:srgbClr val="091B3F"/>
              </a:solidFill>
              <a:latin typeface="Arial"/>
            </a:endParaRPr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43EA3EFA-FA4A-8B47-94DB-8E66919C44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4974" r="3324" b="30263"/>
          <a:stretch>
            <a:fillRect/>
          </a:stretch>
        </p:blipFill>
        <p:spPr>
          <a:xfrm>
            <a:off x="7354906" y="1193067"/>
            <a:ext cx="3375369" cy="185148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34CD7C17-B9C1-BE47-18EE-130446D3EC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194" t="17507" r="1207" b="45180"/>
          <a:stretch>
            <a:fillRect/>
          </a:stretch>
        </p:blipFill>
        <p:spPr>
          <a:xfrm>
            <a:off x="4139802" y="3081649"/>
            <a:ext cx="3158388" cy="282472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45" name="Imagem 44">
            <a:extLst>
              <a:ext uri="{FF2B5EF4-FFF2-40B4-BE49-F238E27FC236}">
                <a16:creationId xmlns:a16="http://schemas.microsoft.com/office/drawing/2014/main" id="{829136C7-3549-5EF5-3730-223235F112F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4079" b="15370"/>
          <a:stretch>
            <a:fillRect/>
          </a:stretch>
        </p:blipFill>
        <p:spPr>
          <a:xfrm>
            <a:off x="7354905" y="3081649"/>
            <a:ext cx="3375369" cy="282472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47" name="Elipse 46">
            <a:extLst>
              <a:ext uri="{FF2B5EF4-FFF2-40B4-BE49-F238E27FC236}">
                <a16:creationId xmlns:a16="http://schemas.microsoft.com/office/drawing/2014/main" id="{E2B044C6-733B-B74E-04C3-0D9A0737CF7A}"/>
              </a:ext>
            </a:extLst>
          </p:cNvPr>
          <p:cNvSpPr/>
          <p:nvPr/>
        </p:nvSpPr>
        <p:spPr>
          <a:xfrm>
            <a:off x="1695065" y="1888721"/>
            <a:ext cx="1231015" cy="8552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96E4627A-36E7-72C1-E294-0CA6F954DE8B}"/>
              </a:ext>
            </a:extLst>
          </p:cNvPr>
          <p:cNvSpPr txBox="1"/>
          <p:nvPr/>
        </p:nvSpPr>
        <p:spPr>
          <a:xfrm>
            <a:off x="914400" y="465274"/>
            <a:ext cx="7132320" cy="221599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pt-BR" sz="1200" b="1" dirty="0">
                <a:solidFill>
                  <a:schemeClr val="bg1"/>
                </a:solidFill>
                <a:latin typeface="Arial"/>
              </a:rPr>
              <a:t>TODOS OS EXEMPLOS SÃO CASOS DE REPROVA</a:t>
            </a:r>
            <a:endParaRPr sz="1200" b="1" dirty="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1999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882</Words>
  <Application>Microsoft Office PowerPoint</Application>
  <PresentationFormat>Widescreen</PresentationFormat>
  <Paragraphs>273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Archivo Black</vt:lpstr>
      <vt:lpstr>Arial</vt:lpstr>
      <vt:lpstr>Arial Bold</vt:lpstr>
      <vt:lpstr>Calibri</vt:lpstr>
      <vt:lpstr>Calibri (MS)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WV</dc:creator>
  <cp:keywords/>
  <dc:description>generated using python-pptx</dc:description>
  <cp:lastModifiedBy>WV</cp:lastModifiedBy>
  <cp:revision>16</cp:revision>
  <cp:lastPrinted>2026-08-18T15:48:00Z</cp:lastPrinted>
  <dcterms:created xsi:type="dcterms:W3CDTF">2013-01-27T09:14:16Z</dcterms:created>
  <dcterms:modified xsi:type="dcterms:W3CDTF">2026-08-24T17:57:53Z</dcterms:modified>
  <cp:category/>
</cp:coreProperties>
</file>